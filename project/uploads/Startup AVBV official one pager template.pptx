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95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4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11" Type="http://schemas.openxmlformats.org/officeDocument/2006/relationships/customXml" Target="../customXml/item3.xml"/><Relationship Id="rId5" Type="http://schemas.openxmlformats.org/officeDocument/2006/relationships/viewProps" Target="viewProps.xml"/><Relationship Id="rId10" Type="http://schemas.openxmlformats.org/officeDocument/2006/relationships/customXml" Target="../customXml/item2.xml"/><Relationship Id="rId4" Type="http://schemas.openxmlformats.org/officeDocument/2006/relationships/presProps" Target="presProps.xml"/><Relationship Id="rId9" Type="http://schemas.openxmlformats.org/officeDocument/2006/relationships/customXml" Target="../customXml/item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CASSAGNE Pierre" userId="0497a184-52ef-4bac-9348-9b18cb824209" providerId="ADAL" clId="{7DABF83E-FE9E-4056-BCED-238AE144661D}"/>
    <pc:docChg chg="modSld">
      <pc:chgData name="LACASSAGNE Pierre" userId="0497a184-52ef-4bac-9348-9b18cb824209" providerId="ADAL" clId="{7DABF83E-FE9E-4056-BCED-238AE144661D}" dt="2026-02-06T16:11:11.034" v="0" actId="14100"/>
      <pc:docMkLst>
        <pc:docMk/>
      </pc:docMkLst>
      <pc:sldChg chg="modSp mod">
        <pc:chgData name="LACASSAGNE Pierre" userId="0497a184-52ef-4bac-9348-9b18cb824209" providerId="ADAL" clId="{7DABF83E-FE9E-4056-BCED-238AE144661D}" dt="2026-02-06T16:11:11.034" v="0" actId="14100"/>
        <pc:sldMkLst>
          <pc:docMk/>
          <pc:sldMk cId="2664694857" sldId="295"/>
        </pc:sldMkLst>
        <pc:spChg chg="mod">
          <ac:chgData name="LACASSAGNE Pierre" userId="0497a184-52ef-4bac-9348-9b18cb824209" providerId="ADAL" clId="{7DABF83E-FE9E-4056-BCED-238AE144661D}" dt="2026-02-06T16:11:11.034" v="0" actId="14100"/>
          <ac:spMkLst>
            <pc:docMk/>
            <pc:sldMk cId="2664694857" sldId="295"/>
            <ac:spMk id="51" creationId="{9252476C-4025-6908-B17B-49A921620D9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5C4AC5-27F9-4757-A001-629E5C0E5BD1}" type="datetimeFigureOut">
              <a:rPr lang="fr-FR" smtClean="0"/>
              <a:t>06/02/2026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763A33-AC1B-44B9-8E26-8672C335686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352769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E28113-6738-4EA0-9789-452A451A0C62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182700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5667AA9-EAC9-59C3-2DC0-B643862823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10DA303-0D0C-1942-784A-A45CB65B5C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BD44ECA-85D4-D268-C28E-0C6CD700A2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A3BD9B-56AD-4B0A-A043-9D067B0A6460}" type="datetimeFigureOut">
              <a:rPr lang="fr-FR" smtClean="0"/>
              <a:t>06/02/2026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B67B491-2892-8FCC-B026-4CD338A3C4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2F9165A-4C3E-5168-7737-CF34B838B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4B0EDD-3A13-4CE9-BFBA-F8ED435A1DD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988821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5D33611-FBC5-DE22-1F29-3FFBAE98D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1ECE028-402E-2D8B-6F37-5A27673859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AFE314A-E792-9C78-E0D5-A39CBC3290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A3BD9B-56AD-4B0A-A043-9D067B0A6460}" type="datetimeFigureOut">
              <a:rPr lang="fr-FR" smtClean="0"/>
              <a:t>06/02/2026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B7D5C09-3645-6535-8CF9-5B03F1F89E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1CF22A3-FA44-A028-569A-A948C04B6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4B0EDD-3A13-4CE9-BFBA-F8ED435A1DD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843526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B97A2A9-2D6A-606E-5448-89C76F1954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68AF9D8-75ED-771A-DA23-A19B67E8F8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4F00D06-E40B-F7AF-E225-E64C9282D4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A3BD9B-56AD-4B0A-A043-9D067B0A6460}" type="datetimeFigureOut">
              <a:rPr lang="fr-FR" smtClean="0"/>
              <a:t>06/02/2026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D50A287-3BC7-A3FE-5B2F-0947BF193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B98C6CF-49DD-6A18-B3A4-02F375621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4B0EDD-3A13-4CE9-BFBA-F8ED435A1DD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238382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9105075-E02E-AE45-B3AF-CEC9AEFD7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3710387-5F29-6C12-92DB-96966EE56E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89CD182-328C-F4AF-9D4F-D862007510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1AFB4B1-A482-6DBC-33F2-DD4B814FD6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A3BD9B-56AD-4B0A-A043-9D067B0A6460}" type="datetimeFigureOut">
              <a:rPr lang="fr-FR" smtClean="0"/>
              <a:t>06/02/2026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8E0F6FB-40BC-09CF-EB28-4FFA21521B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B1A19B3-1F8E-E2B6-72B8-54527B90D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4B0EDD-3A13-4CE9-BFBA-F8ED435A1DD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581360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A1F0439-2F9B-3D4B-F1D8-1B4944634A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6FDDFC8-9A6C-D1C5-F9BB-9204731F16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B9993BA6-1BF0-275B-1AB5-2265E637A0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7DEF30DF-6606-1049-E21C-6EBD4A0D88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E28F8B1D-D74A-5F8A-FF7E-89AB29C02B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B96CA479-DE54-6220-4CC7-5513B25B4A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A3BD9B-56AD-4B0A-A043-9D067B0A6460}" type="datetimeFigureOut">
              <a:rPr lang="fr-FR" smtClean="0"/>
              <a:t>06/02/2026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7491289E-B242-E1D3-C508-138BBF49C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4B37BFC0-7F4B-E109-3D96-B2CDEDCA1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4B0EDD-3A13-4CE9-BFBA-F8ED435A1DD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902430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9461438-EA86-C2FB-BAA8-84E2B4956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7D671467-E452-194E-1712-410F20E468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A3BD9B-56AD-4B0A-A043-9D067B0A6460}" type="datetimeFigureOut">
              <a:rPr lang="fr-FR" smtClean="0"/>
              <a:t>06/02/2026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154105B-86A7-02E6-7282-5754392E71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16A7148-FF5B-D977-E8CD-091E4C7EA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4B0EDD-3A13-4CE9-BFBA-F8ED435A1DD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227369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7A2E020E-9DF7-E9E4-DC11-3D6301071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A3BD9B-56AD-4B0A-A043-9D067B0A6460}" type="datetimeFigureOut">
              <a:rPr lang="fr-FR" smtClean="0"/>
              <a:t>06/02/2026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AA019DC1-1485-82E4-7BC5-62F2919915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EA312CA-BBB4-A526-CB60-3BECA2A03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4B0EDD-3A13-4CE9-BFBA-F8ED435A1DD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524144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0E91D2F-7107-46AA-DCA3-F2A8DBDBDC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2E8AC90-EA79-7E7F-FB56-EC05482600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A15761F-F91D-FED3-9B85-4516DB45FC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E89D01E-729C-9E71-B4F9-DF88E423E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A3BD9B-56AD-4B0A-A043-9D067B0A6460}" type="datetimeFigureOut">
              <a:rPr lang="fr-FR" smtClean="0"/>
              <a:t>06/02/2026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B10B8D4-9904-1812-230A-5AE16EC004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3851B16-01A7-AF2D-6D4D-7848852CC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4B0EDD-3A13-4CE9-BFBA-F8ED435A1DD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468063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A303186-81FA-FC5C-91E6-81E950BA86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46B70D22-E688-E508-D552-B0AFE0F168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B0F0641-3E92-1C22-515A-2DB4E54640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4360843-8192-D51D-671C-D69F89611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A3BD9B-56AD-4B0A-A043-9D067B0A6460}" type="datetimeFigureOut">
              <a:rPr lang="fr-FR" smtClean="0"/>
              <a:t>06/02/2026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C0FEB89-C6AE-2BDD-630D-8BB76ED90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795E515-2FAD-6651-8E2D-4DAA41F30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4B0EDD-3A13-4CE9-BFBA-F8ED435A1DD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665225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26667D0-9409-A42A-D7D3-1F22C670BF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352CD42A-457E-4219-72F9-301147105B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4AC3CB5-587E-29B1-2A2D-8E0246857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A3BD9B-56AD-4B0A-A043-9D067B0A6460}" type="datetimeFigureOut">
              <a:rPr lang="fr-FR" smtClean="0"/>
              <a:t>06/02/2026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7AF739F-D9A5-8570-D811-690D6D91F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0888D3A-F808-0ECA-55FF-00F399F0D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4B0EDD-3A13-4CE9-BFBA-F8ED435A1DD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399142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4EFE41B4-FDC6-1818-C1B7-A9C404F292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8C61A2E-C227-63CD-DEA1-A29B6C897D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EF18C68-68BA-9B9A-89D1-7541469163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A3BD9B-56AD-4B0A-A043-9D067B0A6460}" type="datetimeFigureOut">
              <a:rPr lang="fr-FR" smtClean="0"/>
              <a:t>06/02/2026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65A3BB7-660D-D903-2589-1AB9B78D9F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EB683A3-1D9C-FC51-FA73-2B7A5702E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4B0EDD-3A13-4CE9-BFBA-F8ED435A1DD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035442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9DC8F8B0-75B1-119F-FB28-525E522E2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672098A-84BF-448D-55D2-34F4839920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88E9466-007A-E28B-32DB-62B85C9D25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A3BD9B-56AD-4B0A-A043-9D067B0A6460}" type="datetimeFigureOut">
              <a:rPr lang="fr-FR" smtClean="0"/>
              <a:t>06/02/2026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4FDA2B5-0004-460E-867E-FEC1504289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B10AE12-10DA-5578-D1FF-F3854572FF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4B0EDD-3A13-4CE9-BFBA-F8ED435A1DD0}" type="slidenum">
              <a:rPr lang="fr-FR" smtClean="0"/>
              <a:t>‹N°›</a:t>
            </a:fld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9210122C-CF50-678E-A2E0-34A745D79AEF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1334750" y="6642100"/>
            <a:ext cx="82867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fr-FR" sz="1000">
                <a:solidFill>
                  <a:srgbClr val="000000">
                    <a:alpha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Confidential C</a:t>
            </a:r>
          </a:p>
        </p:txBody>
      </p:sp>
    </p:spTree>
    <p:extLst>
      <p:ext uri="{BB962C8B-B14F-4D97-AF65-F5344CB8AC3E}">
        <p14:creationId xmlns:p14="http://schemas.microsoft.com/office/powerpoint/2010/main" val="27875096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6924DB-B025-4ADD-C52A-BDEC9E2591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9CAEB16-B937-1B3B-0AD7-E0898253A81F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333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2565059D-A348-D936-832F-DB5F6E00BFA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>
            <a:extLst>
              <a:ext uri="{FF2B5EF4-FFF2-40B4-BE49-F238E27FC236}">
                <a16:creationId xmlns:a16="http://schemas.microsoft.com/office/drawing/2014/main" id="{B171D83D-F0FA-F46C-CF35-0ABC26A475DB}"/>
              </a:ext>
            </a:extLst>
          </p:cNvPr>
          <p:cNvSpPr/>
          <p:nvPr/>
        </p:nvSpPr>
        <p:spPr>
          <a:xfrm>
            <a:off x="552298" y="1047902"/>
            <a:ext cx="9258300" cy="78089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0EA9E30E-87F5-F92D-4A99-0C0ABDEEEB12}"/>
              </a:ext>
            </a:extLst>
          </p:cNvPr>
          <p:cNvSpPr txBox="1"/>
          <p:nvPr/>
        </p:nvSpPr>
        <p:spPr>
          <a:xfrm>
            <a:off x="705002" y="1152144"/>
            <a:ext cx="90681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FFC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Team / Founders</a:t>
            </a:r>
            <a:endParaRPr lang="en-US" sz="1400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EBA5F1DF-A9DA-5C2A-D045-66E6F806FB0D}"/>
              </a:ext>
            </a:extLst>
          </p:cNvPr>
          <p:cNvSpPr/>
          <p:nvPr/>
        </p:nvSpPr>
        <p:spPr>
          <a:xfrm>
            <a:off x="552298" y="1971446"/>
            <a:ext cx="9258300" cy="174284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D2B85ED2-0043-47B8-0117-33344F8DF9C0}"/>
              </a:ext>
            </a:extLst>
          </p:cNvPr>
          <p:cNvSpPr txBox="1"/>
          <p:nvPr/>
        </p:nvSpPr>
        <p:spPr>
          <a:xfrm>
            <a:off x="705002" y="2076602"/>
            <a:ext cx="90681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C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Product / KPIs / Progress</a:t>
            </a:r>
            <a:endParaRPr lang="en-US" sz="1400" dirty="0"/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B6A527E3-FA3B-27F8-88FE-60298311707D}"/>
              </a:ext>
            </a:extLst>
          </p:cNvPr>
          <p:cNvSpPr/>
          <p:nvPr/>
        </p:nvSpPr>
        <p:spPr>
          <a:xfrm>
            <a:off x="552298" y="3856939"/>
            <a:ext cx="9258300" cy="1200607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0089A6F3-980B-75AF-8BDA-A805B4B031DD}"/>
              </a:ext>
            </a:extLst>
          </p:cNvPr>
          <p:cNvSpPr txBox="1"/>
          <p:nvPr/>
        </p:nvSpPr>
        <p:spPr>
          <a:xfrm>
            <a:off x="705002" y="3961181"/>
            <a:ext cx="443941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Macro trends</a:t>
            </a:r>
            <a:endParaRPr lang="en-US" sz="1000"/>
          </a:p>
        </p:txBody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81A27C51-C335-C88E-B746-B56C8E49119E}"/>
              </a:ext>
            </a:extLst>
          </p:cNvPr>
          <p:cNvSpPr/>
          <p:nvPr/>
        </p:nvSpPr>
        <p:spPr>
          <a:xfrm>
            <a:off x="5169103" y="3961181"/>
            <a:ext cx="9144" cy="990295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96566CB4-3274-DB4C-9869-8B0855FC0BE9}"/>
              </a:ext>
            </a:extLst>
          </p:cNvPr>
          <p:cNvSpPr txBox="1"/>
          <p:nvPr/>
        </p:nvSpPr>
        <p:spPr>
          <a:xfrm>
            <a:off x="5330952" y="3961181"/>
            <a:ext cx="443941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Why …?</a:t>
            </a:r>
            <a:endParaRPr lang="en-US" sz="1000" dirty="0"/>
          </a:p>
        </p:txBody>
      </p:sp>
      <p:sp>
        <p:nvSpPr>
          <p:cNvPr id="25" name="Shape 22">
            <a:extLst>
              <a:ext uri="{FF2B5EF4-FFF2-40B4-BE49-F238E27FC236}">
                <a16:creationId xmlns:a16="http://schemas.microsoft.com/office/drawing/2014/main" id="{7925FFA7-BB7A-A262-3237-EC21C5CDD102}"/>
              </a:ext>
            </a:extLst>
          </p:cNvPr>
          <p:cNvSpPr/>
          <p:nvPr/>
        </p:nvSpPr>
        <p:spPr>
          <a:xfrm>
            <a:off x="552298" y="5191049"/>
            <a:ext cx="9258300" cy="1200607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B49CB6D0-6064-F67A-AF0B-281E7E6359F8}"/>
              </a:ext>
            </a:extLst>
          </p:cNvPr>
          <p:cNvSpPr txBox="1"/>
          <p:nvPr/>
        </p:nvSpPr>
        <p:spPr>
          <a:xfrm>
            <a:off x="705002" y="5295290"/>
            <a:ext cx="443941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FFC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Funding &amp; Terms</a:t>
            </a:r>
            <a:endParaRPr lang="en-US" sz="1200"/>
          </a:p>
        </p:txBody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BFB4282C-2016-8045-99E0-75F4C8C70B29}"/>
              </a:ext>
            </a:extLst>
          </p:cNvPr>
          <p:cNvSpPr txBox="1"/>
          <p:nvPr/>
        </p:nvSpPr>
        <p:spPr>
          <a:xfrm>
            <a:off x="705002" y="5523890"/>
            <a:ext cx="44394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Funding:</a:t>
            </a:r>
            <a:endParaRPr lang="en-US" sz="900" dirty="0"/>
          </a:p>
        </p:txBody>
      </p:sp>
      <p:sp>
        <p:nvSpPr>
          <p:cNvPr id="28" name="Text 25">
            <a:extLst>
              <a:ext uri="{FF2B5EF4-FFF2-40B4-BE49-F238E27FC236}">
                <a16:creationId xmlns:a16="http://schemas.microsoft.com/office/drawing/2014/main" id="{2C669FE8-37D1-4015-DF4E-1C59B600915B}"/>
              </a:ext>
            </a:extLst>
          </p:cNvPr>
          <p:cNvSpPr txBox="1"/>
          <p:nvPr/>
        </p:nvSpPr>
        <p:spPr>
          <a:xfrm>
            <a:off x="705002" y="5710428"/>
            <a:ext cx="44394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Investors:</a:t>
            </a:r>
            <a:endParaRPr lang="en-US" sz="900"/>
          </a:p>
        </p:txBody>
      </p:sp>
      <p:sp>
        <p:nvSpPr>
          <p:cNvPr id="29" name="Text 26">
            <a:extLst>
              <a:ext uri="{FF2B5EF4-FFF2-40B4-BE49-F238E27FC236}">
                <a16:creationId xmlns:a16="http://schemas.microsoft.com/office/drawing/2014/main" id="{0B1CBD88-1F3C-DE3B-7EBB-6472FEE55FDE}"/>
              </a:ext>
            </a:extLst>
          </p:cNvPr>
          <p:cNvSpPr txBox="1"/>
          <p:nvPr/>
        </p:nvSpPr>
        <p:spPr>
          <a:xfrm>
            <a:off x="705002" y="5896966"/>
            <a:ext cx="44394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Context:</a:t>
            </a:r>
            <a:r>
              <a:rPr lang="en-US" sz="90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.</a:t>
            </a:r>
            <a:endParaRPr lang="en-US" sz="900"/>
          </a:p>
        </p:txBody>
      </p:sp>
      <p:sp>
        <p:nvSpPr>
          <p:cNvPr id="30" name="Shape 27">
            <a:extLst>
              <a:ext uri="{FF2B5EF4-FFF2-40B4-BE49-F238E27FC236}">
                <a16:creationId xmlns:a16="http://schemas.microsoft.com/office/drawing/2014/main" id="{2AF56A9C-597B-F6DF-45E8-91069D046969}"/>
              </a:ext>
            </a:extLst>
          </p:cNvPr>
          <p:cNvSpPr/>
          <p:nvPr/>
        </p:nvSpPr>
        <p:spPr>
          <a:xfrm>
            <a:off x="5169103" y="5295290"/>
            <a:ext cx="9144" cy="990295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8">
            <a:extLst>
              <a:ext uri="{FF2B5EF4-FFF2-40B4-BE49-F238E27FC236}">
                <a16:creationId xmlns:a16="http://schemas.microsoft.com/office/drawing/2014/main" id="{D5055003-B48F-4AF7-7A41-9E8D47D034FC}"/>
              </a:ext>
            </a:extLst>
          </p:cNvPr>
          <p:cNvSpPr txBox="1"/>
          <p:nvPr/>
        </p:nvSpPr>
        <p:spPr>
          <a:xfrm>
            <a:off x="5330952" y="5295290"/>
            <a:ext cx="443941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FFC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Partnerships RNM</a:t>
            </a:r>
            <a:endParaRPr lang="en-US" sz="1200"/>
          </a:p>
        </p:txBody>
      </p:sp>
      <p:sp>
        <p:nvSpPr>
          <p:cNvPr id="35" name="Text 32">
            <a:extLst>
              <a:ext uri="{FF2B5EF4-FFF2-40B4-BE49-F238E27FC236}">
                <a16:creationId xmlns:a16="http://schemas.microsoft.com/office/drawing/2014/main" id="{33379A84-1915-ABD1-E9A9-AE948B3DF4E8}"/>
              </a:ext>
            </a:extLst>
          </p:cNvPr>
          <p:cNvSpPr txBox="1"/>
          <p:nvPr/>
        </p:nvSpPr>
        <p:spPr>
          <a:xfrm>
            <a:off x="9995306" y="1143000"/>
            <a:ext cx="172455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HQ:</a:t>
            </a:r>
            <a:endParaRPr lang="en-US" sz="1000"/>
          </a:p>
        </p:txBody>
      </p:sp>
      <p:sp>
        <p:nvSpPr>
          <p:cNvPr id="37" name="Text 34">
            <a:extLst>
              <a:ext uri="{FF2B5EF4-FFF2-40B4-BE49-F238E27FC236}">
                <a16:creationId xmlns:a16="http://schemas.microsoft.com/office/drawing/2014/main" id="{7C86F5D8-104D-90BF-68B4-CC7BB3BAA423}"/>
              </a:ext>
            </a:extLst>
          </p:cNvPr>
          <p:cNvSpPr txBox="1"/>
          <p:nvPr/>
        </p:nvSpPr>
        <p:spPr>
          <a:xfrm>
            <a:off x="9995306" y="1524305"/>
            <a:ext cx="172455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Founded:</a:t>
            </a:r>
            <a:endParaRPr lang="en-US" sz="1000"/>
          </a:p>
        </p:txBody>
      </p:sp>
      <p:sp>
        <p:nvSpPr>
          <p:cNvPr id="39" name="Text 36">
            <a:extLst>
              <a:ext uri="{FF2B5EF4-FFF2-40B4-BE49-F238E27FC236}">
                <a16:creationId xmlns:a16="http://schemas.microsoft.com/office/drawing/2014/main" id="{65BDF8F2-3F3B-FC3D-4AD5-9C6580AE1E65}"/>
              </a:ext>
            </a:extLst>
          </p:cNvPr>
          <p:cNvSpPr txBox="1"/>
          <p:nvPr/>
        </p:nvSpPr>
        <p:spPr>
          <a:xfrm>
            <a:off x="9995306" y="1904695"/>
            <a:ext cx="172455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Team Size:</a:t>
            </a:r>
            <a:endParaRPr lang="en-US" sz="1000"/>
          </a:p>
        </p:txBody>
      </p:sp>
      <p:sp>
        <p:nvSpPr>
          <p:cNvPr id="41" name="Text 38">
            <a:extLst>
              <a:ext uri="{FF2B5EF4-FFF2-40B4-BE49-F238E27FC236}">
                <a16:creationId xmlns:a16="http://schemas.microsoft.com/office/drawing/2014/main" id="{EBEA5093-A0A1-46C9-C991-17C6336214D9}"/>
              </a:ext>
            </a:extLst>
          </p:cNvPr>
          <p:cNvSpPr txBox="1"/>
          <p:nvPr/>
        </p:nvSpPr>
        <p:spPr>
          <a:xfrm>
            <a:off x="9995306" y="2286000"/>
            <a:ext cx="172455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Funding:</a:t>
            </a:r>
            <a:endParaRPr lang="en-US" sz="1000"/>
          </a:p>
        </p:txBody>
      </p:sp>
      <p:sp>
        <p:nvSpPr>
          <p:cNvPr id="43" name="Text 40">
            <a:extLst>
              <a:ext uri="{FF2B5EF4-FFF2-40B4-BE49-F238E27FC236}">
                <a16:creationId xmlns:a16="http://schemas.microsoft.com/office/drawing/2014/main" id="{0453C53D-A0C9-9612-1A52-F652AC1342FC}"/>
              </a:ext>
            </a:extLst>
          </p:cNvPr>
          <p:cNvSpPr txBox="1"/>
          <p:nvPr/>
        </p:nvSpPr>
        <p:spPr>
          <a:xfrm>
            <a:off x="9995306" y="2667305"/>
            <a:ext cx="172455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Investors:</a:t>
            </a:r>
            <a:endParaRPr lang="en-US" sz="1000"/>
          </a:p>
        </p:txBody>
      </p:sp>
      <p:sp>
        <p:nvSpPr>
          <p:cNvPr id="45" name="Text 42">
            <a:extLst>
              <a:ext uri="{FF2B5EF4-FFF2-40B4-BE49-F238E27FC236}">
                <a16:creationId xmlns:a16="http://schemas.microsoft.com/office/drawing/2014/main" id="{EA3AA25A-AC40-25DA-FE79-6ADC60298E3B}"/>
              </a:ext>
            </a:extLst>
          </p:cNvPr>
          <p:cNvSpPr txBox="1"/>
          <p:nvPr/>
        </p:nvSpPr>
        <p:spPr>
          <a:xfrm>
            <a:off x="9995306" y="3429000"/>
            <a:ext cx="172455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Valuation:</a:t>
            </a:r>
            <a:endParaRPr lang="en-US" sz="1000" dirty="0"/>
          </a:p>
        </p:txBody>
      </p:sp>
      <p:sp>
        <p:nvSpPr>
          <p:cNvPr id="46" name="Text 43">
            <a:extLst>
              <a:ext uri="{FF2B5EF4-FFF2-40B4-BE49-F238E27FC236}">
                <a16:creationId xmlns:a16="http://schemas.microsoft.com/office/drawing/2014/main" id="{86C5AFCA-2769-5461-0B8F-927D0EB5D411}"/>
              </a:ext>
            </a:extLst>
          </p:cNvPr>
          <p:cNvSpPr txBox="1"/>
          <p:nvPr/>
        </p:nvSpPr>
        <p:spPr>
          <a:xfrm>
            <a:off x="9995306" y="3581705"/>
            <a:ext cx="172455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TBD</a:t>
            </a:r>
            <a:endParaRPr lang="en-US" sz="1000" dirty="0"/>
          </a:p>
        </p:txBody>
      </p:sp>
      <p:sp>
        <p:nvSpPr>
          <p:cNvPr id="47" name="Text 44">
            <a:extLst>
              <a:ext uri="{FF2B5EF4-FFF2-40B4-BE49-F238E27FC236}">
                <a16:creationId xmlns:a16="http://schemas.microsoft.com/office/drawing/2014/main" id="{EB4DE708-8C86-94B6-A39A-96D5C6CA78BA}"/>
              </a:ext>
            </a:extLst>
          </p:cNvPr>
          <p:cNvSpPr txBox="1"/>
          <p:nvPr/>
        </p:nvSpPr>
        <p:spPr>
          <a:xfrm>
            <a:off x="9995306" y="3810305"/>
            <a:ext cx="172455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Round size:</a:t>
            </a:r>
            <a:endParaRPr lang="en-US" sz="1000"/>
          </a:p>
        </p:txBody>
      </p:sp>
      <p:sp>
        <p:nvSpPr>
          <p:cNvPr id="48" name="Text 45">
            <a:extLst>
              <a:ext uri="{FF2B5EF4-FFF2-40B4-BE49-F238E27FC236}">
                <a16:creationId xmlns:a16="http://schemas.microsoft.com/office/drawing/2014/main" id="{6DEC3E50-DB91-0480-7114-543AC3FA7A23}"/>
              </a:ext>
            </a:extLst>
          </p:cNvPr>
          <p:cNvSpPr txBox="1"/>
          <p:nvPr/>
        </p:nvSpPr>
        <p:spPr>
          <a:xfrm>
            <a:off x="9995306" y="3962095"/>
            <a:ext cx="172455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000000"/>
                </a:solidFill>
                <a:latin typeface="Roboto"/>
                <a:ea typeface="Roboto"/>
                <a:cs typeface="Roboto"/>
              </a:rPr>
              <a:t>TBD</a:t>
            </a:r>
            <a:endParaRPr lang="en-US" sz="1000"/>
          </a:p>
        </p:txBody>
      </p:sp>
      <p:sp>
        <p:nvSpPr>
          <p:cNvPr id="49" name="Shape 46">
            <a:extLst>
              <a:ext uri="{FF2B5EF4-FFF2-40B4-BE49-F238E27FC236}">
                <a16:creationId xmlns:a16="http://schemas.microsoft.com/office/drawing/2014/main" id="{2588C915-1244-351C-51F4-B53D3F712BBC}"/>
              </a:ext>
            </a:extLst>
          </p:cNvPr>
          <p:cNvSpPr/>
          <p:nvPr/>
        </p:nvSpPr>
        <p:spPr>
          <a:xfrm>
            <a:off x="9995306" y="4572000"/>
            <a:ext cx="1666951" cy="972007"/>
          </a:xfrm>
          <a:prstGeom prst="rect">
            <a:avLst/>
          </a:prstGeom>
          <a:solidFill>
            <a:srgbClr val="F9F9F9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0" name="Text 47">
            <a:extLst>
              <a:ext uri="{FF2B5EF4-FFF2-40B4-BE49-F238E27FC236}">
                <a16:creationId xmlns:a16="http://schemas.microsoft.com/office/drawing/2014/main" id="{61FBE852-5201-A0B8-6E1F-E627C92D7766}"/>
              </a:ext>
            </a:extLst>
          </p:cNvPr>
          <p:cNvSpPr txBox="1"/>
          <p:nvPr/>
        </p:nvSpPr>
        <p:spPr>
          <a:xfrm>
            <a:off x="10329977" y="4990795"/>
            <a:ext cx="1190549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9999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Product screenshot</a:t>
            </a:r>
            <a:endParaRPr lang="en-US" sz="900" dirty="0"/>
          </a:p>
        </p:txBody>
      </p:sp>
      <p:sp>
        <p:nvSpPr>
          <p:cNvPr id="51" name="Shape 48">
            <a:extLst>
              <a:ext uri="{FF2B5EF4-FFF2-40B4-BE49-F238E27FC236}">
                <a16:creationId xmlns:a16="http://schemas.microsoft.com/office/drawing/2014/main" id="{9252476C-4025-6908-B17B-49A921620D90}"/>
              </a:ext>
            </a:extLst>
          </p:cNvPr>
          <p:cNvSpPr/>
          <p:nvPr/>
        </p:nvSpPr>
        <p:spPr>
          <a:xfrm>
            <a:off x="9905696" y="6362205"/>
            <a:ext cx="1724558" cy="201358"/>
          </a:xfrm>
          <a:prstGeom prst="rect">
            <a:avLst/>
          </a:prstGeom>
          <a:noFill/>
          <a:ln w="12700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2" name="Text 49">
            <a:extLst>
              <a:ext uri="{FF2B5EF4-FFF2-40B4-BE49-F238E27FC236}">
                <a16:creationId xmlns:a16="http://schemas.microsoft.com/office/drawing/2014/main" id="{4BF8503F-27F8-4639-A62C-D40AF304BC3A}"/>
              </a:ext>
            </a:extLst>
          </p:cNvPr>
          <p:cNvSpPr txBox="1"/>
          <p:nvPr/>
        </p:nvSpPr>
        <p:spPr>
          <a:xfrm>
            <a:off x="9963302" y="6400800"/>
            <a:ext cx="1713586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>
                <a:solidFill>
                  <a:srgbClr val="FF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 NAULT-NISSAN RESTRICTED B</a:t>
            </a:r>
            <a:endParaRPr lang="en-US" sz="800"/>
          </a:p>
        </p:txBody>
      </p:sp>
      <p:sp>
        <p:nvSpPr>
          <p:cNvPr id="53" name="Text 50">
            <a:extLst>
              <a:ext uri="{FF2B5EF4-FFF2-40B4-BE49-F238E27FC236}">
                <a16:creationId xmlns:a16="http://schemas.microsoft.com/office/drawing/2014/main" id="{BF82D390-5379-8B2C-DFE3-E94A56754B50}"/>
              </a:ext>
            </a:extLst>
          </p:cNvPr>
          <p:cNvSpPr txBox="1"/>
          <p:nvPr/>
        </p:nvSpPr>
        <p:spPr>
          <a:xfrm>
            <a:off x="11334902" y="6638544"/>
            <a:ext cx="98663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Confidential C</a:t>
            </a:r>
            <a:endParaRPr lang="en-US" sz="900"/>
          </a:p>
        </p:txBody>
      </p:sp>
      <p:sp>
        <p:nvSpPr>
          <p:cNvPr id="55" name="Shape 52">
            <a:extLst>
              <a:ext uri="{FF2B5EF4-FFF2-40B4-BE49-F238E27FC236}">
                <a16:creationId xmlns:a16="http://schemas.microsoft.com/office/drawing/2014/main" id="{F712BD98-CCCF-089F-F71E-1886D35FE0EC}"/>
              </a:ext>
            </a:extLst>
          </p:cNvPr>
          <p:cNvSpPr/>
          <p:nvPr/>
        </p:nvSpPr>
        <p:spPr>
          <a:xfrm>
            <a:off x="0" y="0"/>
            <a:ext cx="8334756" cy="181051"/>
          </a:xfrm>
          <a:prstGeom prst="rect">
            <a:avLst/>
          </a:prstGeom>
          <a:solidFill>
            <a:srgbClr val="FF5F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6" name="Text 53">
            <a:extLst>
              <a:ext uri="{FF2B5EF4-FFF2-40B4-BE49-F238E27FC236}">
                <a16:creationId xmlns:a16="http://schemas.microsoft.com/office/drawing/2014/main" id="{00661465-776A-9835-2A8B-23B4B213C82C}"/>
              </a:ext>
            </a:extLst>
          </p:cNvPr>
          <p:cNvSpPr txBox="1"/>
          <p:nvPr/>
        </p:nvSpPr>
        <p:spPr>
          <a:xfrm>
            <a:off x="2634386" y="0"/>
            <a:ext cx="307238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Company Sector</a:t>
            </a:r>
            <a:endParaRPr lang="en-US" sz="1200" dirty="0">
              <a:latin typeface="Roboto"/>
              <a:ea typeface="Roboto"/>
              <a:cs typeface="Roboto"/>
            </a:endParaRPr>
          </a:p>
        </p:txBody>
      </p:sp>
      <p:sp>
        <p:nvSpPr>
          <p:cNvPr id="57" name="Shape 54">
            <a:extLst>
              <a:ext uri="{FF2B5EF4-FFF2-40B4-BE49-F238E27FC236}">
                <a16:creationId xmlns:a16="http://schemas.microsoft.com/office/drawing/2014/main" id="{0A8AFA74-7415-A099-56F0-BBE6A9622161}"/>
              </a:ext>
            </a:extLst>
          </p:cNvPr>
          <p:cNvSpPr/>
          <p:nvPr/>
        </p:nvSpPr>
        <p:spPr>
          <a:xfrm>
            <a:off x="8401507" y="0"/>
            <a:ext cx="1800454" cy="181051"/>
          </a:xfrm>
          <a:prstGeom prst="rect">
            <a:avLst/>
          </a:prstGeom>
          <a:solidFill>
            <a:srgbClr val="FF5F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8" name="Text 55">
            <a:extLst>
              <a:ext uri="{FF2B5EF4-FFF2-40B4-BE49-F238E27FC236}">
                <a16:creationId xmlns:a16="http://schemas.microsoft.com/office/drawing/2014/main" id="{C20D4FC6-202C-F9AB-F98A-2D1039182AAC}"/>
              </a:ext>
            </a:extLst>
          </p:cNvPr>
          <p:cNvSpPr txBox="1"/>
          <p:nvPr/>
        </p:nvSpPr>
        <p:spPr>
          <a:xfrm rot="10800000" flipV="1">
            <a:off x="7694676" y="6401"/>
            <a:ext cx="323057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Next funding round</a:t>
            </a:r>
            <a:endParaRPr lang="en-US" sz="1200" dirty="0"/>
          </a:p>
        </p:txBody>
      </p:sp>
      <p:sp>
        <p:nvSpPr>
          <p:cNvPr id="59" name="Shape 56">
            <a:extLst>
              <a:ext uri="{FF2B5EF4-FFF2-40B4-BE49-F238E27FC236}">
                <a16:creationId xmlns:a16="http://schemas.microsoft.com/office/drawing/2014/main" id="{D2E213CE-084F-D2E4-2A0D-452FD0E95AE6}"/>
              </a:ext>
            </a:extLst>
          </p:cNvPr>
          <p:cNvSpPr/>
          <p:nvPr/>
        </p:nvSpPr>
        <p:spPr>
          <a:xfrm>
            <a:off x="10267798" y="0"/>
            <a:ext cx="1923898" cy="181051"/>
          </a:xfrm>
          <a:prstGeom prst="rect">
            <a:avLst/>
          </a:prstGeom>
          <a:solidFill>
            <a:srgbClr val="CCCCC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pic>
        <p:nvPicPr>
          <p:cNvPr id="62" name="Image 1" descr="preencoded.png">
            <a:extLst>
              <a:ext uri="{FF2B5EF4-FFF2-40B4-BE49-F238E27FC236}">
                <a16:creationId xmlns:a16="http://schemas.microsoft.com/office/drawing/2014/main" id="{953D3E27-4769-F72E-965E-EDF570B5B10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676" b="676"/>
          <a:stretch/>
        </p:blipFill>
        <p:spPr>
          <a:xfrm>
            <a:off x="5820156" y="256946"/>
            <a:ext cx="543154" cy="276149"/>
          </a:xfrm>
          <a:prstGeom prst="rect">
            <a:avLst/>
          </a:prstGeom>
        </p:spPr>
      </p:pic>
      <p:sp>
        <p:nvSpPr>
          <p:cNvPr id="64" name="Text 58">
            <a:extLst>
              <a:ext uri="{FF2B5EF4-FFF2-40B4-BE49-F238E27FC236}">
                <a16:creationId xmlns:a16="http://schemas.microsoft.com/office/drawing/2014/main" id="{FE8CDFB5-79F2-B135-7F09-EDCAC1C5E761}"/>
              </a:ext>
            </a:extLst>
          </p:cNvPr>
          <p:cNvSpPr txBox="1"/>
          <p:nvPr/>
        </p:nvSpPr>
        <p:spPr>
          <a:xfrm>
            <a:off x="552298" y="624534"/>
            <a:ext cx="9814782" cy="5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dirty="0">
                <a:solidFill>
                  <a:srgbClr val="000000"/>
                </a:solidFill>
                <a:latin typeface="Roboto"/>
                <a:ea typeface="Roboto"/>
                <a:cs typeface="Roboto"/>
              </a:rPr>
              <a:t>Company Name + Value Proposition</a:t>
            </a:r>
            <a:endParaRPr lang="en-US" dirty="0"/>
          </a:p>
        </p:txBody>
      </p:sp>
      <p:sp>
        <p:nvSpPr>
          <p:cNvPr id="66" name="Text 59">
            <a:extLst>
              <a:ext uri="{FF2B5EF4-FFF2-40B4-BE49-F238E27FC236}">
                <a16:creationId xmlns:a16="http://schemas.microsoft.com/office/drawing/2014/main" id="{FD821A22-111A-BAE9-61BD-08584B3DFE09}"/>
              </a:ext>
            </a:extLst>
          </p:cNvPr>
          <p:cNvSpPr txBox="1"/>
          <p:nvPr/>
        </p:nvSpPr>
        <p:spPr>
          <a:xfrm>
            <a:off x="552298" y="6610198"/>
            <a:ext cx="1927555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Website: </a:t>
            </a:r>
            <a:endParaRPr lang="en-US" sz="900"/>
          </a:p>
        </p:txBody>
      </p:sp>
      <p:sp>
        <p:nvSpPr>
          <p:cNvPr id="68" name="Text 60">
            <a:extLst>
              <a:ext uri="{FF2B5EF4-FFF2-40B4-BE49-F238E27FC236}">
                <a16:creationId xmlns:a16="http://schemas.microsoft.com/office/drawing/2014/main" id="{18188E46-92FE-DC0D-B382-352C86FA27E2}"/>
              </a:ext>
            </a:extLst>
          </p:cNvPr>
          <p:cNvSpPr txBox="1"/>
          <p:nvPr/>
        </p:nvSpPr>
        <p:spPr>
          <a:xfrm>
            <a:off x="3429000" y="6610198"/>
            <a:ext cx="1179576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Crunchbase: </a:t>
            </a:r>
            <a:endParaRPr lang="en-US" sz="900"/>
          </a:p>
        </p:txBody>
      </p:sp>
      <p:sp>
        <p:nvSpPr>
          <p:cNvPr id="6" name="Shape 46">
            <a:extLst>
              <a:ext uri="{FF2B5EF4-FFF2-40B4-BE49-F238E27FC236}">
                <a16:creationId xmlns:a16="http://schemas.microsoft.com/office/drawing/2014/main" id="{D533A339-4A79-4D03-D877-4832C109BB96}"/>
              </a:ext>
            </a:extLst>
          </p:cNvPr>
          <p:cNvSpPr/>
          <p:nvPr/>
        </p:nvSpPr>
        <p:spPr>
          <a:xfrm>
            <a:off x="10635345" y="288228"/>
            <a:ext cx="1148488" cy="651053"/>
          </a:xfrm>
          <a:prstGeom prst="rect">
            <a:avLst/>
          </a:prstGeom>
          <a:solidFill>
            <a:srgbClr val="F9F9F9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47">
            <a:extLst>
              <a:ext uri="{FF2B5EF4-FFF2-40B4-BE49-F238E27FC236}">
                <a16:creationId xmlns:a16="http://schemas.microsoft.com/office/drawing/2014/main" id="{7979102E-1BF0-576B-C34B-0C8EEAB54EA2}"/>
              </a:ext>
            </a:extLst>
          </p:cNvPr>
          <p:cNvSpPr txBox="1"/>
          <p:nvPr/>
        </p:nvSpPr>
        <p:spPr>
          <a:xfrm>
            <a:off x="10843869" y="573522"/>
            <a:ext cx="820259" cy="89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9999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Company logo</a:t>
            </a:r>
            <a:endParaRPr lang="en-US" sz="900" dirty="0"/>
          </a:p>
        </p:txBody>
      </p:sp>
      <p:sp>
        <p:nvSpPr>
          <p:cNvPr id="10" name="Text 55">
            <a:extLst>
              <a:ext uri="{FF2B5EF4-FFF2-40B4-BE49-F238E27FC236}">
                <a16:creationId xmlns:a16="http://schemas.microsoft.com/office/drawing/2014/main" id="{DBE3531A-DD1D-C715-2EA0-923ADF0E7707}"/>
              </a:ext>
            </a:extLst>
          </p:cNvPr>
          <p:cNvSpPr txBox="1"/>
          <p:nvPr/>
        </p:nvSpPr>
        <p:spPr>
          <a:xfrm rot="10800000" flipV="1">
            <a:off x="9557614" y="20117"/>
            <a:ext cx="323057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latin typeface="Roboto" pitchFamily="34" charset="0"/>
                <a:ea typeface="Roboto" pitchFamily="34" charset="-122"/>
                <a:cs typeface="Roboto" pitchFamily="34" charset="-120"/>
              </a:rPr>
              <a:t>Company Name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664694857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476AA51849ED748892A2842BB6F57A2" ma:contentTypeVersion="17" ma:contentTypeDescription="Create a new document." ma:contentTypeScope="" ma:versionID="a467cf94c118e0621dca0b1ef62dfab6">
  <xsd:schema xmlns:xsd="http://www.w3.org/2001/XMLSchema" xmlns:xs="http://www.w3.org/2001/XMLSchema" xmlns:p="http://schemas.microsoft.com/office/2006/metadata/properties" xmlns:ns1="http://schemas.microsoft.com/sharepoint/v3" xmlns:ns2="4502a457-f796-48be-aa7b-0b342ce22411" xmlns:ns3="2b1ed673-f61f-4c8e-a97e-6b25a7ab17ed" targetNamespace="http://schemas.microsoft.com/office/2006/metadata/properties" ma:root="true" ma:fieldsID="a26cb72f73c1e1fa9c560b4e9e2a7361" ns1:_="" ns2:_="" ns3:_="">
    <xsd:import namespace="http://schemas.microsoft.com/sharepoint/v3"/>
    <xsd:import namespace="4502a457-f796-48be-aa7b-0b342ce22411"/>
    <xsd:import namespace="2b1ed673-f61f-4c8e-a97e-6b25a7ab17e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3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4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502a457-f796-48be-aa7b-0b342ce2241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2bbfa71a-d75e-4d15-90e8-ced09d00e47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b1ed673-f61f-4c8e-a97e-6b25a7ab17ed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706fd4aa-86e5-48ae-9a34-e016c5fe5139}" ma:internalName="TaxCatchAll" ma:showField="CatchAllData" ma:web="2b1ed673-f61f-4c8e-a97e-6b25a7ab17e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TaxCatchAll xmlns="2b1ed673-f61f-4c8e-a97e-6b25a7ab17ed" xsi:nil="true"/>
    <lcf76f155ced4ddcb4097134ff3c332f xmlns="4502a457-f796-48be-aa7b-0b342ce22411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4F3B98E1-76FE-4403-AD53-174913AC3D38}"/>
</file>

<file path=customXml/itemProps2.xml><?xml version="1.0" encoding="utf-8"?>
<ds:datastoreItem xmlns:ds="http://schemas.openxmlformats.org/officeDocument/2006/customXml" ds:itemID="{84250EB8-2AE7-4312-BD80-7BB693C0B090}"/>
</file>

<file path=customXml/itemProps3.xml><?xml version="1.0" encoding="utf-8"?>
<ds:datastoreItem xmlns:ds="http://schemas.openxmlformats.org/officeDocument/2006/customXml" ds:itemID="{E059253B-07C5-4978-975B-17A2FC899282}"/>
</file>

<file path=docMetadata/LabelInfo.xml><?xml version="1.0" encoding="utf-8"?>
<clbl:labelList xmlns:clbl="http://schemas.microsoft.com/office/2020/mipLabelMetadata">
  <clbl:label id="{fd1c0902-ed92-4fed-896d-2e7725de02d4}" enabled="1" method="Standard" siteId="{d6b0bbee-7cd9-4d60-bce6-4a67b543e2ae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69</Words>
  <Application>Microsoft Office PowerPoint</Application>
  <PresentationFormat>Grand écran</PresentationFormat>
  <Paragraphs>29</Paragraphs>
  <Slides>1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Roboto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LACASSAGNE Pierre</dc:creator>
  <cp:lastModifiedBy>LACASSAGNE Pierre</cp:lastModifiedBy>
  <cp:revision>2</cp:revision>
  <dcterms:created xsi:type="dcterms:W3CDTF">2026-01-30T16:12:16Z</dcterms:created>
  <dcterms:modified xsi:type="dcterms:W3CDTF">2026-02-06T16:11:14Z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Thème Office:8</vt:lpwstr>
  </property>
  <property fmtid="{D5CDD505-2E9C-101B-9397-08002B2CF9AE}" pid="3" name="ClassificationContentMarkingFooterText">
    <vt:lpwstr>Confidential C</vt:lpwstr>
  </property>
  <property fmtid="{D5CDD505-2E9C-101B-9397-08002B2CF9AE}" pid="4" name="ContentTypeId">
    <vt:lpwstr>0x010100C476AA51849ED748892A2842BB6F57A2</vt:lpwstr>
  </property>
</Properties>
</file>