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7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8EE"/>
    <a:srgbClr val="FFFAF3"/>
    <a:srgbClr val="FD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5C108-9212-4DE0-9734-920A125FCE47}" v="110" dt="2026-03-16T16:21:18.700"/>
    <p1510:client id="{4C2906DF-231B-44F6-A672-20D6F4ADE620}" v="3" dt="2026-03-16T15:53:34.461"/>
    <p1510:client id="{9E8C37AF-743D-3BA1-3AB5-9033A432FBB8}" v="3" dt="2026-03-16T16:25:25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CASSAGNE Pierre" userId="0497a184-52ef-4bac-9348-9b18cb824209" providerId="ADAL" clId="{7DABF83E-FE9E-4056-BCED-238AE144661D}"/>
    <pc:docChg chg="undo redo custSel addSld delSld modSld">
      <pc:chgData name="LACASSAGNE Pierre" userId="0497a184-52ef-4bac-9348-9b18cb824209" providerId="ADAL" clId="{7DABF83E-FE9E-4056-BCED-238AE144661D}" dt="2026-03-16T16:21:18.700" v="917"/>
      <pc:docMkLst>
        <pc:docMk/>
      </pc:docMkLst>
      <pc:sldChg chg="addSp delSp modSp del mod">
        <pc:chgData name="LACASSAGNE Pierre" userId="0497a184-52ef-4bac-9348-9b18cb824209" providerId="ADAL" clId="{7DABF83E-FE9E-4056-BCED-238AE144661D}" dt="2026-03-16T15:53:36.564" v="775" actId="47"/>
        <pc:sldMkLst>
          <pc:docMk/>
          <pc:sldMk cId="0" sldId="256"/>
        </pc:sldMkLst>
        <pc:spChg chg="add mod">
          <ac:chgData name="LACASSAGNE Pierre" userId="0497a184-52ef-4bac-9348-9b18cb824209" providerId="ADAL" clId="{7DABF83E-FE9E-4056-BCED-238AE144661D}" dt="2026-03-16T11:19:12.959" v="755" actId="1076"/>
          <ac:spMkLst>
            <pc:docMk/>
            <pc:sldMk cId="0" sldId="256"/>
            <ac:spMk id="2" creationId="{D54718AA-ABA6-2253-D246-34CD467CB7DA}"/>
          </ac:spMkLst>
        </pc:spChg>
        <pc:spChg chg="add del mod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3" creationId="{7F3959E8-E42C-4DC9-E1AA-858488647EDD}"/>
          </ac:spMkLst>
        </pc:spChg>
        <pc:spChg chg="add mod">
          <ac:chgData name="LACASSAGNE Pierre" userId="0497a184-52ef-4bac-9348-9b18cb824209" providerId="ADAL" clId="{7DABF83E-FE9E-4056-BCED-238AE144661D}" dt="2026-03-16T11:20:18.920" v="772" actId="14100"/>
          <ac:spMkLst>
            <pc:docMk/>
            <pc:sldMk cId="0" sldId="256"/>
            <ac:spMk id="4" creationId="{A6AFA848-E23A-10A5-97C5-A2E5E54325A3}"/>
          </ac:spMkLst>
        </pc:spChg>
        <pc:spChg chg="mod">
          <ac:chgData name="LACASSAGNE Pierre" userId="0497a184-52ef-4bac-9348-9b18cb824209" providerId="ADAL" clId="{7DABF83E-FE9E-4056-BCED-238AE144661D}" dt="2026-03-16T11:19:26.784" v="757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1:19:26.784" v="757" actId="1076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LACASSAGNE Pierre" userId="0497a184-52ef-4bac-9348-9b18cb824209" providerId="ADAL" clId="{7DABF83E-FE9E-4056-BCED-238AE144661D}" dt="2026-03-16T11:17:59.110" v="728" actId="478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LACASSAGNE Pierre" userId="0497a184-52ef-4bac-9348-9b18cb824209" providerId="ADAL" clId="{7DABF83E-FE9E-4056-BCED-238AE144661D}" dt="2026-03-16T11:18:03.834" v="730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21" creationId="{647EBD75-1978-BBB3-506E-1825ED2DB5CA}"/>
          </ac:spMkLst>
        </pc:spChg>
        <pc:spChg chg="mod">
          <ac:chgData name="LACASSAGNE Pierre" userId="0497a184-52ef-4bac-9348-9b18cb824209" providerId="ADAL" clId="{7DABF83E-FE9E-4056-BCED-238AE144661D}" dt="2026-03-16T11:17:54.107" v="727" actId="2057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1:19:12.959" v="755" actId="1076"/>
          <ac:spMkLst>
            <pc:docMk/>
            <pc:sldMk cId="0" sldId="256"/>
            <ac:spMk id="23" creationId="{7308073C-3A95-03B8-D729-56297EB7541A}"/>
          </ac:spMkLst>
        </pc:spChg>
        <pc:spChg chg="del">
          <ac:chgData name="LACASSAGNE Pierre" userId="0497a184-52ef-4bac-9348-9b18cb824209" providerId="ADAL" clId="{7DABF83E-FE9E-4056-BCED-238AE144661D}" dt="2026-03-16T11:18:42.146" v="737" actId="478"/>
          <ac:spMkLst>
            <pc:docMk/>
            <pc:sldMk cId="0" sldId="256"/>
            <ac:spMk id="24" creationId="{2CE1000D-3BCD-AF9F-23C6-5D37023C2CA1}"/>
          </ac:spMkLst>
        </pc:spChg>
        <pc:spChg chg="del">
          <ac:chgData name="LACASSAGNE Pierre" userId="0497a184-52ef-4bac-9348-9b18cb824209" providerId="ADAL" clId="{7DABF83E-FE9E-4056-BCED-238AE144661D}" dt="2026-03-16T11:18:40.274" v="736" actId="478"/>
          <ac:spMkLst>
            <pc:docMk/>
            <pc:sldMk cId="0" sldId="256"/>
            <ac:spMk id="26" creationId="{705ECF70-BA90-1009-DB47-3B56A4DB2826}"/>
          </ac:spMkLst>
        </pc:spChg>
        <pc:spChg chg="del">
          <ac:chgData name="LACASSAGNE Pierre" userId="0497a184-52ef-4bac-9348-9b18cb824209" providerId="ADAL" clId="{7DABF83E-FE9E-4056-BCED-238AE144661D}" dt="2026-03-16T11:18:46.355" v="739" actId="478"/>
          <ac:spMkLst>
            <pc:docMk/>
            <pc:sldMk cId="0" sldId="256"/>
            <ac:spMk id="27" creationId="{75FC1F16-DCE4-F423-45FE-C09A828BC233}"/>
          </ac:spMkLst>
        </pc:spChg>
        <pc:spChg chg="del">
          <ac:chgData name="LACASSAGNE Pierre" userId="0497a184-52ef-4bac-9348-9b18cb824209" providerId="ADAL" clId="{7DABF83E-FE9E-4056-BCED-238AE144661D}" dt="2026-03-16T11:18:36.110" v="735" actId="478"/>
          <ac:spMkLst>
            <pc:docMk/>
            <pc:sldMk cId="0" sldId="256"/>
            <ac:spMk id="28" creationId="{FECA53D3-4BDE-F90B-338D-6FB1DB4421F9}"/>
          </ac:spMkLst>
        </pc:spChg>
        <pc:spChg chg="del">
          <ac:chgData name="LACASSAGNE Pierre" userId="0497a184-52ef-4bac-9348-9b18cb824209" providerId="ADAL" clId="{7DABF83E-FE9E-4056-BCED-238AE144661D}" dt="2026-03-16T11:18:36.110" v="735" actId="478"/>
          <ac:spMkLst>
            <pc:docMk/>
            <pc:sldMk cId="0" sldId="256"/>
            <ac:spMk id="29" creationId="{658B678A-A880-D4C2-7F3E-3D2A678AD1E8}"/>
          </ac:spMkLst>
        </pc:spChg>
        <pc:spChg chg="del">
          <ac:chgData name="LACASSAGNE Pierre" userId="0497a184-52ef-4bac-9348-9b18cb824209" providerId="ADAL" clId="{7DABF83E-FE9E-4056-BCED-238AE144661D}" dt="2026-03-16T11:18:36.110" v="735" actId="478"/>
          <ac:spMkLst>
            <pc:docMk/>
            <pc:sldMk cId="0" sldId="256"/>
            <ac:spMk id="31" creationId="{9039F58D-9084-6E07-784F-B40FEAD5C777}"/>
          </ac:spMkLst>
        </pc:spChg>
        <pc:spChg chg="del">
          <ac:chgData name="LACASSAGNE Pierre" userId="0497a184-52ef-4bac-9348-9b18cb824209" providerId="ADAL" clId="{7DABF83E-FE9E-4056-BCED-238AE144661D}" dt="2026-03-16T11:18:36.110" v="735" actId="478"/>
          <ac:spMkLst>
            <pc:docMk/>
            <pc:sldMk cId="0" sldId="256"/>
            <ac:spMk id="32" creationId="{272C75A1-D4B3-E370-B4BA-D05A1E1FE1D3}"/>
          </ac:spMkLst>
        </pc:spChg>
        <pc:spChg chg="del">
          <ac:chgData name="LACASSAGNE Pierre" userId="0497a184-52ef-4bac-9348-9b18cb824209" providerId="ADAL" clId="{7DABF83E-FE9E-4056-BCED-238AE144661D}" dt="2026-03-16T11:18:30.393" v="734" actId="478"/>
          <ac:spMkLst>
            <pc:docMk/>
            <pc:sldMk cId="0" sldId="256"/>
            <ac:spMk id="33" creationId="{C0F6714E-583C-6080-A3BB-2C55645EE594}"/>
          </ac:spMkLst>
        </pc:spChg>
        <pc:spChg chg="del">
          <ac:chgData name="LACASSAGNE Pierre" userId="0497a184-52ef-4bac-9348-9b18cb824209" providerId="ADAL" clId="{7DABF83E-FE9E-4056-BCED-238AE144661D}" dt="2026-03-16T11:18:30.393" v="734" actId="478"/>
          <ac:spMkLst>
            <pc:docMk/>
            <pc:sldMk cId="0" sldId="256"/>
            <ac:spMk id="34" creationId="{BE58FE55-31E9-E2AE-7C43-9C68F5BF623C}"/>
          </ac:spMkLst>
        </pc:spChg>
        <pc:spChg chg="del">
          <ac:chgData name="LACASSAGNE Pierre" userId="0497a184-52ef-4bac-9348-9b18cb824209" providerId="ADAL" clId="{7DABF83E-FE9E-4056-BCED-238AE144661D}" dt="2026-03-16T11:18:30.393" v="734" actId="478"/>
          <ac:spMkLst>
            <pc:docMk/>
            <pc:sldMk cId="0" sldId="256"/>
            <ac:spMk id="36" creationId="{7E0E558E-25E3-03A1-7281-4A50BAC11D12}"/>
          </ac:spMkLst>
        </pc:spChg>
        <pc:spChg chg="del">
          <ac:chgData name="LACASSAGNE Pierre" userId="0497a184-52ef-4bac-9348-9b18cb824209" providerId="ADAL" clId="{7DABF83E-FE9E-4056-BCED-238AE144661D}" dt="2026-03-16T11:18:30.393" v="734" actId="478"/>
          <ac:spMkLst>
            <pc:docMk/>
            <pc:sldMk cId="0" sldId="256"/>
            <ac:spMk id="37" creationId="{0EBA21B1-4C60-5E5A-2314-B77B491C4DB6}"/>
          </ac:spMkLst>
        </pc:spChg>
        <pc:spChg chg="mod">
          <ac:chgData name="LACASSAGNE Pierre" userId="0497a184-52ef-4bac-9348-9b18cb824209" providerId="ADAL" clId="{7DABF83E-FE9E-4056-BCED-238AE144661D}" dt="2026-03-16T11:19:21.064" v="756" actId="1076"/>
          <ac:spMkLst>
            <pc:docMk/>
            <pc:sldMk cId="0" sldId="256"/>
            <ac:spMk id="41" creationId="{7453E828-5C9C-D82C-02B6-27E246826AC4}"/>
          </ac:spMkLst>
        </pc:spChg>
        <pc:spChg chg="mod">
          <ac:chgData name="LACASSAGNE Pierre" userId="0497a184-52ef-4bac-9348-9b18cb824209" providerId="ADAL" clId="{7DABF83E-FE9E-4056-BCED-238AE144661D}" dt="2026-03-16T11:19:12.959" v="755" actId="1076"/>
          <ac:spMkLst>
            <pc:docMk/>
            <pc:sldMk cId="0" sldId="256"/>
            <ac:spMk id="53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1:19:26.784" v="757" actId="1076"/>
          <ac:spMkLst>
            <pc:docMk/>
            <pc:sldMk cId="0" sldId="256"/>
            <ac:spMk id="54" creationId="{67329024-7DFE-92AF-C3D1-2DAB0425B4E7}"/>
          </ac:spMkLst>
        </pc:spChg>
        <pc:spChg chg="del mod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56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1:20:09.274" v="769" actId="1076"/>
          <ac:spMkLst>
            <pc:docMk/>
            <pc:sldMk cId="0" sldId="256"/>
            <ac:spMk id="66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69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70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75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77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80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84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89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90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91" creationId="{00000000-0000-0000-0000-000000000000}"/>
          </ac:spMkLst>
        </pc:spChg>
        <pc:spChg chg="del">
          <ac:chgData name="LACASSAGNE Pierre" userId="0497a184-52ef-4bac-9348-9b18cb824209" providerId="ADAL" clId="{7DABF83E-FE9E-4056-BCED-238AE144661D}" dt="2026-03-16T11:19:54.158" v="758" actId="478"/>
          <ac:spMkLst>
            <pc:docMk/>
            <pc:sldMk cId="0" sldId="256"/>
            <ac:spMk id="95" creationId="{00000000-0000-0000-0000-000000000000}"/>
          </ac:spMkLst>
        </pc:spChg>
        <pc:spChg chg="del mod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1:19:21.064" v="756" actId="1076"/>
          <ac:spMkLst>
            <pc:docMk/>
            <pc:sldMk cId="0" sldId="256"/>
            <ac:spMk id="112" creationId="{C790EFB2-F3A3-39D7-2501-B4BC0171E95D}"/>
          </ac:spMkLst>
        </pc:spChg>
        <pc:spChg chg="add del">
          <ac:chgData name="LACASSAGNE Pierre" userId="0497a184-52ef-4bac-9348-9b18cb824209" providerId="ADAL" clId="{7DABF83E-FE9E-4056-BCED-238AE144661D}" dt="2026-03-16T11:18:24.108" v="733" actId="478"/>
          <ac:spMkLst>
            <pc:docMk/>
            <pc:sldMk cId="0" sldId="256"/>
            <ac:spMk id="114" creationId="{B391A10A-6AE0-F05B-0FB8-B6E3594A18AC}"/>
          </ac:spMkLst>
        </pc:spChg>
        <pc:spChg chg="del mod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135" creationId="{30C3A87A-601C-ACF2-83D3-8F0DB1900BAF}"/>
          </ac:spMkLst>
        </pc:spChg>
        <pc:spChg chg="del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203" creationId="{1D81FE26-9EB1-2646-4482-CF2738DEBAEB}"/>
          </ac:spMkLst>
        </pc:spChg>
        <pc:spChg chg="del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206" creationId="{24D0DDD8-201D-5A13-3C05-51988703DF35}"/>
          </ac:spMkLst>
        </pc:spChg>
        <pc:spChg chg="del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210" creationId="{8438D2FB-CC5C-BF4C-8F74-3226B97FA5EF}"/>
          </ac:spMkLst>
        </pc:spChg>
        <pc:spChg chg="add del mod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216" creationId="{D7E8CB0C-47B1-CDD4-95E3-DF3CFFD8040C}"/>
          </ac:spMkLst>
        </pc:spChg>
        <pc:spChg chg="del">
          <ac:chgData name="LACASSAGNE Pierre" userId="0497a184-52ef-4bac-9348-9b18cb824209" providerId="ADAL" clId="{7DABF83E-FE9E-4056-BCED-238AE144661D}" dt="2026-03-16T15:53:26.469" v="773" actId="478"/>
          <ac:spMkLst>
            <pc:docMk/>
            <pc:sldMk cId="0" sldId="256"/>
            <ac:spMk id="232" creationId="{BF54AE99-18E8-1473-B510-84FE24DD8F3F}"/>
          </ac:spMkLst>
        </pc:spChg>
        <pc:spChg chg="mod">
          <ac:chgData name="LACASSAGNE Pierre" userId="0497a184-52ef-4bac-9348-9b18cb824209" providerId="ADAL" clId="{7DABF83E-FE9E-4056-BCED-238AE144661D}" dt="2026-03-16T11:20:09.274" v="769" actId="1076"/>
          <ac:spMkLst>
            <pc:docMk/>
            <pc:sldMk cId="0" sldId="256"/>
            <ac:spMk id="245" creationId="{0D1FBD81-4988-04B4-8DCC-2AD6F0A8991A}"/>
          </ac:spMkLst>
        </pc:spChg>
        <pc:picChg chg="del">
          <ac:chgData name="LACASSAGNE Pierre" userId="0497a184-52ef-4bac-9348-9b18cb824209" providerId="ADAL" clId="{7DABF83E-FE9E-4056-BCED-238AE144661D}" dt="2026-03-16T11:18:44.058" v="738" actId="478"/>
          <ac:picMkLst>
            <pc:docMk/>
            <pc:sldMk cId="0" sldId="256"/>
            <ac:picMk id="25" creationId="{80367823-F635-23E1-9ED4-2912CFCDAC96}"/>
          </ac:picMkLst>
        </pc:picChg>
        <pc:picChg chg="del">
          <ac:chgData name="LACASSAGNE Pierre" userId="0497a184-52ef-4bac-9348-9b18cb824209" providerId="ADAL" clId="{7DABF83E-FE9E-4056-BCED-238AE144661D}" dt="2026-03-16T11:18:36.110" v="735" actId="478"/>
          <ac:picMkLst>
            <pc:docMk/>
            <pc:sldMk cId="0" sldId="256"/>
            <ac:picMk id="30" creationId="{D2BB0C64-7521-56BB-3C05-B917C736812F}"/>
          </ac:picMkLst>
        </pc:picChg>
        <pc:picChg chg="del">
          <ac:chgData name="LACASSAGNE Pierre" userId="0497a184-52ef-4bac-9348-9b18cb824209" providerId="ADAL" clId="{7DABF83E-FE9E-4056-BCED-238AE144661D}" dt="2026-03-16T11:18:30.393" v="734" actId="478"/>
          <ac:picMkLst>
            <pc:docMk/>
            <pc:sldMk cId="0" sldId="256"/>
            <ac:picMk id="35" creationId="{39342196-3E03-A622-B18B-05AC4DE13BDA}"/>
          </ac:picMkLst>
        </pc:picChg>
        <pc:picChg chg="mod">
          <ac:chgData name="LACASSAGNE Pierre" userId="0497a184-52ef-4bac-9348-9b18cb824209" providerId="ADAL" clId="{7DABF83E-FE9E-4056-BCED-238AE144661D}" dt="2026-03-16T11:19:21.064" v="756" actId="1076"/>
          <ac:picMkLst>
            <pc:docMk/>
            <pc:sldMk cId="0" sldId="256"/>
            <ac:picMk id="47" creationId="{7E32028F-4924-B4F6-8EB7-0B0ACB63E8F5}"/>
          </ac:picMkLst>
        </pc:picChg>
        <pc:picChg chg="mod">
          <ac:chgData name="LACASSAGNE Pierre" userId="0497a184-52ef-4bac-9348-9b18cb824209" providerId="ADAL" clId="{7DABF83E-FE9E-4056-BCED-238AE144661D}" dt="2026-03-16T11:19:26.784" v="757" actId="1076"/>
          <ac:picMkLst>
            <pc:docMk/>
            <pc:sldMk cId="0" sldId="256"/>
            <ac:picMk id="48" creationId="{7F422B28-4B9D-CAC0-538C-69F959EEB453}"/>
          </ac:picMkLst>
        </pc:picChg>
      </pc:sldChg>
      <pc:sldChg chg="addSp delSp modSp add mod">
        <pc:chgData name="LACASSAGNE Pierre" userId="0497a184-52ef-4bac-9348-9b18cb824209" providerId="ADAL" clId="{7DABF83E-FE9E-4056-BCED-238AE144661D}" dt="2026-03-16T16:21:18.700" v="917"/>
        <pc:sldMkLst>
          <pc:docMk/>
          <pc:sldMk cId="0" sldId="257"/>
        </pc:sldMkLst>
        <pc:spChg chg="del mod">
          <ac:chgData name="LACASSAGNE Pierre" userId="0497a184-52ef-4bac-9348-9b18cb824209" providerId="ADAL" clId="{7DABF83E-FE9E-4056-BCED-238AE144661D}" dt="2026-03-16T16:18:38.982" v="812" actId="478"/>
          <ac:spMkLst>
            <pc:docMk/>
            <pc:sldMk cId="0" sldId="257"/>
            <ac:spMk id="5" creationId="{00000000-0000-0000-0000-000000000000}"/>
          </ac:spMkLst>
        </pc:spChg>
        <pc:spChg chg="ord">
          <ac:chgData name="LACASSAGNE Pierre" userId="0497a184-52ef-4bac-9348-9b18cb824209" providerId="ADAL" clId="{7DABF83E-FE9E-4056-BCED-238AE144661D}" dt="2026-03-16T16:18:50.726" v="813" actId="166"/>
          <ac:spMkLst>
            <pc:docMk/>
            <pc:sldMk cId="0" sldId="257"/>
            <ac:spMk id="7" creationId="{00000000-0000-0000-0000-000000000000}"/>
          </ac:spMkLst>
        </pc:spChg>
        <pc:spChg chg="mod ord">
          <ac:chgData name="LACASSAGNE Pierre" userId="0497a184-52ef-4bac-9348-9b18cb824209" providerId="ADAL" clId="{7DABF83E-FE9E-4056-BCED-238AE144661D}" dt="2026-03-16T16:18:57.771" v="816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5:54:23.105" v="786" actId="40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5:54:18.865" v="784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5:54:14.989" v="782" actId="14100"/>
          <ac:spMkLst>
            <pc:docMk/>
            <pc:sldMk cId="0" sldId="257"/>
            <ac:spMk id="30" creationId="{00000000-0000-0000-0000-000000000000}"/>
          </ac:spMkLst>
        </pc:spChg>
        <pc:spChg chg="add del mod">
          <ac:chgData name="LACASSAGNE Pierre" userId="0497a184-52ef-4bac-9348-9b18cb824209" providerId="ADAL" clId="{7DABF83E-FE9E-4056-BCED-238AE144661D}" dt="2026-03-16T16:19:24.589" v="825" actId="478"/>
          <ac:spMkLst>
            <pc:docMk/>
            <pc:sldMk cId="0" sldId="257"/>
            <ac:spMk id="42" creationId="{00000000-0000-0000-0000-000000000000}"/>
          </ac:spMkLst>
        </pc:spChg>
        <pc:spChg chg="ord">
          <ac:chgData name="LACASSAGNE Pierre" userId="0497a184-52ef-4bac-9348-9b18cb824209" providerId="ADAL" clId="{7DABF83E-FE9E-4056-BCED-238AE144661D}" dt="2026-03-16T16:19:31.898" v="826" actId="166"/>
          <ac:spMkLst>
            <pc:docMk/>
            <pc:sldMk cId="0" sldId="257"/>
            <ac:spMk id="44" creationId="{00000000-0000-0000-0000-000000000000}"/>
          </ac:spMkLst>
        </pc:spChg>
        <pc:spChg chg="ord">
          <ac:chgData name="LACASSAGNE Pierre" userId="0497a184-52ef-4bac-9348-9b18cb824209" providerId="ADAL" clId="{7DABF83E-FE9E-4056-BCED-238AE144661D}" dt="2026-03-16T16:19:31.898" v="826" actId="166"/>
          <ac:spMkLst>
            <pc:docMk/>
            <pc:sldMk cId="0" sldId="257"/>
            <ac:spMk id="46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5:55:01.716" v="799" actId="20577"/>
          <ac:spMkLst>
            <pc:docMk/>
            <pc:sldMk cId="0" sldId="257"/>
            <ac:spMk id="67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5:53:52.838" v="778" actId="108"/>
          <ac:spMkLst>
            <pc:docMk/>
            <pc:sldMk cId="0" sldId="257"/>
            <ac:spMk id="84" creationId="{00000000-0000-0000-0000-000000000000}"/>
          </ac:spMkLst>
        </pc:spChg>
        <pc:spChg chg="del mod">
          <ac:chgData name="LACASSAGNE Pierre" userId="0497a184-52ef-4bac-9348-9b18cb824209" providerId="ADAL" clId="{7DABF83E-FE9E-4056-BCED-238AE144661D}" dt="2026-03-16T16:19:52.437" v="831" actId="478"/>
          <ac:spMkLst>
            <pc:docMk/>
            <pc:sldMk cId="0" sldId="257"/>
            <ac:spMk id="98" creationId="{00000000-0000-0000-0000-000000000000}"/>
          </ac:spMkLst>
        </pc:spChg>
        <pc:spChg chg="ord">
          <ac:chgData name="LACASSAGNE Pierre" userId="0497a184-52ef-4bac-9348-9b18cb824209" providerId="ADAL" clId="{7DABF83E-FE9E-4056-BCED-238AE144661D}" dt="2026-03-16T16:20:02.082" v="832" actId="166"/>
          <ac:spMkLst>
            <pc:docMk/>
            <pc:sldMk cId="0" sldId="257"/>
            <ac:spMk id="100" creationId="{00000000-0000-0000-0000-000000000000}"/>
          </ac:spMkLst>
        </pc:spChg>
        <pc:spChg chg="ord">
          <ac:chgData name="LACASSAGNE Pierre" userId="0497a184-52ef-4bac-9348-9b18cb824209" providerId="ADAL" clId="{7DABF83E-FE9E-4056-BCED-238AE144661D}" dt="2026-03-16T16:20:02.082" v="832" actId="166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5:53:56.903" v="779" actId="108"/>
          <ac:spMkLst>
            <pc:docMk/>
            <pc:sldMk cId="0" sldId="257"/>
            <ac:spMk id="115" creationId="{00000000-0000-0000-0000-000000000000}"/>
          </ac:spMkLst>
        </pc:spChg>
        <pc:spChg chg="add mod">
          <ac:chgData name="LACASSAGNE Pierre" userId="0497a184-52ef-4bac-9348-9b18cb824209" providerId="ADAL" clId="{7DABF83E-FE9E-4056-BCED-238AE144661D}" dt="2026-03-16T16:19:04.190" v="818" actId="14100"/>
          <ac:spMkLst>
            <pc:docMk/>
            <pc:sldMk cId="0" sldId="257"/>
            <ac:spMk id="118" creationId="{FBB7F852-0663-4A3A-4349-3B6909214832}"/>
          </ac:spMkLst>
        </pc:spChg>
        <pc:spChg chg="mod">
          <ac:chgData name="LACASSAGNE Pierre" userId="0497a184-52ef-4bac-9348-9b18cb824209" providerId="ADAL" clId="{7DABF83E-FE9E-4056-BCED-238AE144661D}" dt="2026-03-16T15:54:44.791" v="790" actId="255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6:10:42.780" v="807" actId="207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3-16T16:18:20.621" v="809" actId="14100"/>
          <ac:spMkLst>
            <pc:docMk/>
            <pc:sldMk cId="0" sldId="257"/>
            <ac:spMk id="165" creationId="{45AC83BE-FF1D-B5CE-7F69-C7A296D14609}"/>
          </ac:spMkLst>
        </pc:spChg>
        <pc:spChg chg="add mod">
          <ac:chgData name="LACASSAGNE Pierre" userId="0497a184-52ef-4bac-9348-9b18cb824209" providerId="ADAL" clId="{7DABF83E-FE9E-4056-BCED-238AE144661D}" dt="2026-03-16T16:19:36.073" v="827" actId="1076"/>
          <ac:spMkLst>
            <pc:docMk/>
            <pc:sldMk cId="0" sldId="257"/>
            <ac:spMk id="167" creationId="{5019BCED-A2E2-C28A-2D7C-8FE0FD1F19A5}"/>
          </ac:spMkLst>
        </pc:spChg>
        <pc:spChg chg="mod">
          <ac:chgData name="LACASSAGNE Pierre" userId="0497a184-52ef-4bac-9348-9b18cb824209" providerId="ADAL" clId="{7DABF83E-FE9E-4056-BCED-238AE144661D}" dt="2026-03-16T15:55:10.186" v="801" actId="1076"/>
          <ac:spMkLst>
            <pc:docMk/>
            <pc:sldMk cId="0" sldId="257"/>
            <ac:spMk id="168" creationId="{3BFB495C-6C67-000C-034D-00C3CC8AB36D}"/>
          </ac:spMkLst>
        </pc:spChg>
        <pc:spChg chg="add mod">
          <ac:chgData name="LACASSAGNE Pierre" userId="0497a184-52ef-4bac-9348-9b18cb824209" providerId="ADAL" clId="{7DABF83E-FE9E-4056-BCED-238AE144661D}" dt="2026-03-16T16:20:46.625" v="838" actId="207"/>
          <ac:spMkLst>
            <pc:docMk/>
            <pc:sldMk cId="0" sldId="257"/>
            <ac:spMk id="169" creationId="{2C592A49-A27F-4FA4-29CA-FC451834B7FF}"/>
          </ac:spMkLst>
        </pc:spChg>
        <pc:graphicFrameChg chg="mod modGraphic">
          <ac:chgData name="LACASSAGNE Pierre" userId="0497a184-52ef-4bac-9348-9b18cb824209" providerId="ADAL" clId="{7DABF83E-FE9E-4056-BCED-238AE144661D}" dt="2026-03-16T15:54:30.533" v="787" actId="404"/>
          <ac:graphicFrameMkLst>
            <pc:docMk/>
            <pc:sldMk cId="0" sldId="257"/>
            <ac:graphicFrameMk id="117" creationId="{00000000-0000-0000-0000-000000000000}"/>
          </ac:graphicFrameMkLst>
        </pc:graphicFrameChg>
        <pc:picChg chg="ord">
          <ac:chgData name="LACASSAGNE Pierre" userId="0497a184-52ef-4bac-9348-9b18cb824209" providerId="ADAL" clId="{7DABF83E-FE9E-4056-BCED-238AE144661D}" dt="2026-03-16T16:18:50.726" v="813" actId="166"/>
          <ac:picMkLst>
            <pc:docMk/>
            <pc:sldMk cId="0" sldId="257"/>
            <ac:picMk id="8" creationId="{00000000-0000-0000-0000-000000000000}"/>
          </ac:picMkLst>
        </pc:picChg>
        <pc:picChg chg="ord">
          <ac:chgData name="LACASSAGNE Pierre" userId="0497a184-52ef-4bac-9348-9b18cb824209" providerId="ADAL" clId="{7DABF83E-FE9E-4056-BCED-238AE144661D}" dt="2026-03-16T16:19:31.898" v="826" actId="166"/>
          <ac:picMkLst>
            <pc:docMk/>
            <pc:sldMk cId="0" sldId="257"/>
            <ac:picMk id="45" creationId="{00000000-0000-0000-0000-000000000000}"/>
          </ac:picMkLst>
        </pc:picChg>
        <pc:picChg chg="mod">
          <ac:chgData name="LACASSAGNE Pierre" userId="0497a184-52ef-4bac-9348-9b18cb824209" providerId="ADAL" clId="{7DABF83E-FE9E-4056-BCED-238AE144661D}" dt="2026-03-16T15:55:05.926" v="800" actId="14100"/>
          <ac:picMkLst>
            <pc:docMk/>
            <pc:sldMk cId="0" sldId="257"/>
            <ac:picMk id="60" creationId="{00000000-0000-0000-0000-000000000000}"/>
          </ac:picMkLst>
        </pc:picChg>
        <pc:picChg chg="ord">
          <ac:chgData name="LACASSAGNE Pierre" userId="0497a184-52ef-4bac-9348-9b18cb824209" providerId="ADAL" clId="{7DABF83E-FE9E-4056-BCED-238AE144661D}" dt="2026-03-16T16:20:02.082" v="832" actId="166"/>
          <ac:picMkLst>
            <pc:docMk/>
            <pc:sldMk cId="0" sldId="257"/>
            <ac:picMk id="101" creationId="{00000000-0000-0000-0000-000000000000}"/>
          </ac:picMkLst>
        </pc:picChg>
        <pc:picChg chg="mod">
          <ac:chgData name="LACASSAGNE Pierre" userId="0497a184-52ef-4bac-9348-9b18cb824209" providerId="ADAL" clId="{7DABF83E-FE9E-4056-BCED-238AE144661D}" dt="2026-03-16T16:21:18.700" v="917"/>
          <ac:picMkLst>
            <pc:docMk/>
            <pc:sldMk cId="0" sldId="257"/>
            <ac:picMk id="143" creationId="{00000000-0000-0000-0000-000000000000}"/>
          </ac:picMkLst>
        </pc:picChg>
      </pc:sldChg>
    </pc:docChg>
  </pc:docChgLst>
  <pc:docChgLst>
    <pc:chgData name="LACASSAGNE Pierre" userId="S::pierre.lacassagne@renault.com::0497a184-52ef-4bac-9348-9b18cb824209" providerId="AD" clId="Web-{9E8C37AF-743D-3BA1-3AB5-9033A432FBB8}"/>
    <pc:docChg chg="modSld">
      <pc:chgData name="LACASSAGNE Pierre" userId="S::pierre.lacassagne@renault.com::0497a184-52ef-4bac-9348-9b18cb824209" providerId="AD" clId="Web-{9E8C37AF-743D-3BA1-3AB5-9033A432FBB8}" dt="2026-03-16T16:25:25.285" v="2" actId="20577"/>
      <pc:docMkLst>
        <pc:docMk/>
      </pc:docMkLst>
      <pc:sldChg chg="modSp">
        <pc:chgData name="LACASSAGNE Pierre" userId="S::pierre.lacassagne@renault.com::0497a184-52ef-4bac-9348-9b18cb824209" providerId="AD" clId="Web-{9E8C37AF-743D-3BA1-3AB5-9033A432FBB8}" dt="2026-03-16T16:25:25.285" v="2" actId="20577"/>
        <pc:sldMkLst>
          <pc:docMk/>
          <pc:sldMk cId="0" sldId="257"/>
        </pc:sldMkLst>
        <pc:spChg chg="mod">
          <ac:chgData name="LACASSAGNE Pierre" userId="S::pierre.lacassagne@renault.com::0497a184-52ef-4bac-9348-9b18cb824209" providerId="AD" clId="Web-{9E8C37AF-743D-3BA1-3AB5-9033A432FBB8}" dt="2026-03-16T16:25:25.144" v="0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LACASSAGNE Pierre" userId="S::pierre.lacassagne@renault.com::0497a184-52ef-4bac-9348-9b18cb824209" providerId="AD" clId="Web-{9E8C37AF-743D-3BA1-3AB5-9033A432FBB8}" dt="2026-03-16T16:25:25.206" v="1" actId="20577"/>
          <ac:spMkLst>
            <pc:docMk/>
            <pc:sldMk cId="0" sldId="257"/>
            <ac:spMk id="46" creationId="{00000000-0000-0000-0000-000000000000}"/>
          </ac:spMkLst>
        </pc:spChg>
        <pc:spChg chg="mod">
          <ac:chgData name="LACASSAGNE Pierre" userId="S::pierre.lacassagne@renault.com::0497a184-52ef-4bac-9348-9b18cb824209" providerId="AD" clId="Web-{9E8C37AF-743D-3BA1-3AB5-9033A432FBB8}" dt="2026-03-16T16:25:25.285" v="2" actId="20577"/>
          <ac:spMkLst>
            <pc:docMk/>
            <pc:sldMk cId="0" sldId="257"/>
            <ac:spMk id="10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721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0F52921-AEEB-55C5-86F8-A3E7455DD3B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86750" y="49276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microsoft.com/office/2007/relationships/hdphoto" Target="../media/hdphoto1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5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" y="0"/>
            <a:ext cx="9143771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647" y="543154"/>
            <a:ext cx="2848127" cy="254706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50191" y="892912"/>
            <a:ext cx="2835783" cy="14402"/>
          </a:xfrm>
          <a:prstGeom prst="roundRect">
            <a:avLst>
              <a:gd name="adj" fmla="val 152384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264034" y="1021843"/>
            <a:ext cx="2693822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[Your Core Value Proposition Statement]</a:t>
            </a:r>
            <a:endParaRPr lang="en-US" sz="900">
              <a:latin typeface="Garamond" panose="02020404030301010803" pitchFamily="18" charset="0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264033" y="1175461"/>
            <a:ext cx="2665019" cy="235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[Brief description of what your product does and the primary problem it solves for your target customers.]</a:t>
            </a:r>
            <a:endParaRPr lang="en-US" sz="750">
              <a:latin typeface="Garamond" panose="02020404030301010803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264033" y="1496416"/>
            <a:ext cx="2607412" cy="700202"/>
          </a:xfrm>
          <a:prstGeom prst="roundRect">
            <a:avLst>
              <a:gd name="adj" fmla="val 7995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457429" y="1575283"/>
            <a:ext cx="2421560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991B1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The Challenge </a:t>
            </a:r>
            <a:endParaRPr lang="en-US" sz="900">
              <a:latin typeface="Garamond" panose="02020404030301010803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900" y="1598599"/>
            <a:ext cx="71324" cy="713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2901" y="1735760"/>
            <a:ext cx="2536088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[Critical pain point #1 experienced by customers]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342901" y="1872234"/>
            <a:ext cx="2536088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[Critical pain point #2 experienced by customers]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342901" y="2009394"/>
            <a:ext cx="2536088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[Critical pain point #3 experienced by customers]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264033" y="2252853"/>
            <a:ext cx="2607412" cy="721462"/>
          </a:xfrm>
          <a:prstGeom prst="roundRect">
            <a:avLst>
              <a:gd name="adj" fmla="val 75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457429" y="2325548"/>
            <a:ext cx="2421560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E40AF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The Solution </a:t>
            </a:r>
            <a:endParaRPr lang="en-US" sz="900">
              <a:latin typeface="Garamond" panose="02020404030301010803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2348179"/>
            <a:ext cx="71324" cy="7132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4287" y="2486025"/>
            <a:ext cx="2414702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[Feature 1]:</a:t>
            </a:r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[Benefit description].</a:t>
            </a:r>
            <a:endParaRPr lang="en-US" sz="675">
              <a:latin typeface="Garamond" panose="02020404030301010803" pitchFamily="18" charset="0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342900" y="2504542"/>
            <a:ext cx="64466" cy="7132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64287" y="2636901"/>
            <a:ext cx="2414702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[Feature 2]:</a:t>
            </a:r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[Benefit description].</a:t>
            </a:r>
            <a:endParaRPr lang="en-US" sz="675">
              <a:latin typeface="Garamond" panose="02020404030301010803" pitchFamily="18" charset="0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342900" y="2655418"/>
            <a:ext cx="64466" cy="7132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64287" y="2787777"/>
            <a:ext cx="2414702" cy="1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[Feature 3]:</a:t>
            </a:r>
            <a:r>
              <a:rPr lang="en-US" sz="675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[Benefit description].</a:t>
            </a:r>
            <a:endParaRPr lang="en-US" sz="675">
              <a:latin typeface="Garamond" panose="02020404030301010803" pitchFamily="18" charset="0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342900" y="2806294"/>
            <a:ext cx="64466" cy="71324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rcRect l="-20" r="-20"/>
          <a:stretch/>
        </p:blipFill>
        <p:spPr>
          <a:xfrm>
            <a:off x="142647" y="3175254"/>
            <a:ext cx="2848127" cy="1139114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235916" y="3433115"/>
            <a:ext cx="2664333" cy="68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 t="-16907" b="-16907"/>
          <a:stretch/>
        </p:blipFill>
        <p:spPr>
          <a:xfrm>
            <a:off x="235915" y="3269895"/>
            <a:ext cx="106985" cy="114529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399822" y="3250006"/>
            <a:ext cx="1078782" cy="16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6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Leadership</a:t>
            </a:r>
            <a:endParaRPr lang="en-US" sz="900">
              <a:latin typeface="Garamond" panose="02020404030301010803" pitchFamily="18" charset="0"/>
            </a:endParaRPr>
          </a:p>
        </p:txBody>
      </p:sp>
      <p:sp>
        <p:nvSpPr>
          <p:cNvPr id="31" name="Shape 19"/>
          <p:cNvSpPr/>
          <p:nvPr/>
        </p:nvSpPr>
        <p:spPr>
          <a:xfrm>
            <a:off x="235916" y="3493465"/>
            <a:ext cx="2664333" cy="328499"/>
          </a:xfrm>
          <a:prstGeom prst="roundRect">
            <a:avLst>
              <a:gd name="adj" fmla="val 3630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85979" y="3543529"/>
            <a:ext cx="228371" cy="228371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360731" y="3600450"/>
            <a:ext cx="78867" cy="114529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85674" y="3564788"/>
            <a:ext cx="13290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[CEO Name] </a:t>
            </a:r>
            <a:r>
              <a:rPr lang="en-US" sz="600" b="1">
                <a:solidFill>
                  <a:srgbClr val="2563E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CEO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585674" y="3679317"/>
            <a:ext cx="1508760" cy="7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64748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[Relevant Background / Ex-Company]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235916" y="3893287"/>
            <a:ext cx="2664333" cy="328499"/>
          </a:xfrm>
          <a:prstGeom prst="roundRect">
            <a:avLst>
              <a:gd name="adj" fmla="val 3630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85979" y="3943351"/>
            <a:ext cx="228371" cy="228371"/>
          </a:xfrm>
          <a:prstGeom prst="rect">
            <a:avLst/>
          </a:prstGeom>
        </p:spPr>
      </p:pic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360731" y="4000272"/>
            <a:ext cx="78867" cy="114529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585674" y="3964610"/>
            <a:ext cx="12721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[CXO Name] </a:t>
            </a:r>
            <a:r>
              <a:rPr lang="en-US" sz="600" b="1">
                <a:solidFill>
                  <a:srgbClr val="2563E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CXO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40" name="Text 24"/>
          <p:cNvSpPr txBox="1"/>
          <p:nvPr/>
        </p:nvSpPr>
        <p:spPr>
          <a:xfrm>
            <a:off x="585674" y="4079138"/>
            <a:ext cx="1445666" cy="72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64748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[Relevant Background / Experience]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2"/>
          <a:srcRect l="-6" r="-6"/>
          <a:stretch/>
        </p:blipFill>
        <p:spPr>
          <a:xfrm>
            <a:off x="3105303" y="543154"/>
            <a:ext cx="2848127" cy="3771900"/>
          </a:xfrm>
          <a:prstGeom prst="rect">
            <a:avLst/>
          </a:prstGeom>
        </p:spPr>
      </p:pic>
      <p:sp>
        <p:nvSpPr>
          <p:cNvPr id="43" name="Shape 26"/>
          <p:cNvSpPr/>
          <p:nvPr/>
        </p:nvSpPr>
        <p:spPr>
          <a:xfrm>
            <a:off x="3112160" y="892912"/>
            <a:ext cx="2835783" cy="14402"/>
          </a:xfrm>
          <a:prstGeom prst="roundRect">
            <a:avLst>
              <a:gd name="adj" fmla="val 152384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3"/>
          <a:srcRect t="-40" b="-40"/>
          <a:stretch/>
        </p:blipFill>
        <p:spPr>
          <a:xfrm>
            <a:off x="3226689" y="1021842"/>
            <a:ext cx="829818" cy="576758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3290468" y="1085622"/>
            <a:ext cx="764667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kern="0" spc="28">
                <a:solidFill>
                  <a:srgbClr val="64748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[Year] Revenue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49" name="Text 30"/>
          <p:cNvSpPr txBox="1"/>
          <p:nvPr/>
        </p:nvSpPr>
        <p:spPr>
          <a:xfrm>
            <a:off x="3290468" y="1221410"/>
            <a:ext cx="7646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1E293B"/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[$X.XM]</a:t>
            </a:r>
            <a:endParaRPr lang="en-US" sz="1350">
              <a:latin typeface="Garamond" panose="02020404030301010803" pitchFamily="18" charset="0"/>
            </a:endParaRPr>
          </a:p>
        </p:txBody>
      </p:sp>
      <p:sp>
        <p:nvSpPr>
          <p:cNvPr id="50" name="Text 31"/>
          <p:cNvSpPr txBox="1"/>
          <p:nvPr/>
        </p:nvSpPr>
        <p:spPr>
          <a:xfrm>
            <a:off x="3397453" y="1421664"/>
            <a:ext cx="657683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596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[XX%] YoY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14"/>
          <a:srcRect t="-870" b="-870"/>
          <a:stretch/>
        </p:blipFill>
        <p:spPr>
          <a:xfrm>
            <a:off x="3290468" y="1439494"/>
            <a:ext cx="78867" cy="71324"/>
          </a:xfrm>
          <a:prstGeom prst="rect">
            <a:avLst/>
          </a:prstGeom>
        </p:spPr>
      </p:pic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5"/>
          <a:srcRect t="-5" b="-5"/>
          <a:stretch/>
        </p:blipFill>
        <p:spPr>
          <a:xfrm>
            <a:off x="4113428" y="1021842"/>
            <a:ext cx="830504" cy="576758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4177894" y="1085622"/>
            <a:ext cx="764667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kern="0" spc="28">
                <a:solidFill>
                  <a:srgbClr val="047857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Recurring ARR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54" name="Text 33"/>
          <p:cNvSpPr txBox="1"/>
          <p:nvPr/>
        </p:nvSpPr>
        <p:spPr>
          <a:xfrm>
            <a:off x="4177894" y="1221410"/>
            <a:ext cx="7646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047857"/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[$X.XM]</a:t>
            </a:r>
            <a:endParaRPr lang="en-US" sz="1350">
              <a:latin typeface="Garamond" panose="02020404030301010803" pitchFamily="18" charset="0"/>
            </a:endParaRPr>
          </a:p>
        </p:txBody>
      </p:sp>
      <p:sp>
        <p:nvSpPr>
          <p:cNvPr id="55" name="Text 34"/>
          <p:cNvSpPr txBox="1"/>
          <p:nvPr/>
        </p:nvSpPr>
        <p:spPr>
          <a:xfrm>
            <a:off x="4177894" y="1421664"/>
            <a:ext cx="764667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059669">
                    <a:alpha val="80000"/>
                  </a:srgbClr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[Metric Note]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56" name="Image 19" descr="preencoded.png"/>
          <p:cNvPicPr>
            <a:picLocks noChangeAspect="1"/>
          </p:cNvPicPr>
          <p:nvPr/>
        </p:nvPicPr>
        <p:blipFill>
          <a:blip r:embed="rId16"/>
          <a:srcRect t="-40" b="-40"/>
          <a:stretch/>
        </p:blipFill>
        <p:spPr>
          <a:xfrm>
            <a:off x="5000854" y="1021842"/>
            <a:ext cx="829818" cy="576758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5065318" y="1042417"/>
            <a:ext cx="750266" cy="21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kern="0" spc="28">
                <a:solidFill>
                  <a:srgbClr val="7E22CE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[Next Yr] Forecast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58" name="Text 36"/>
          <p:cNvSpPr txBox="1"/>
          <p:nvPr/>
        </p:nvSpPr>
        <p:spPr>
          <a:xfrm>
            <a:off x="5055032" y="1228954"/>
            <a:ext cx="7646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7E22CE"/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[$XXM]</a:t>
            </a:r>
            <a:endParaRPr lang="en-US" sz="1350">
              <a:latin typeface="Garamond" panose="02020404030301010803" pitchFamily="18" charset="0"/>
            </a:endParaRPr>
          </a:p>
        </p:txBody>
      </p:sp>
      <p:sp>
        <p:nvSpPr>
          <p:cNvPr id="59" name="Text 37"/>
          <p:cNvSpPr txBox="1"/>
          <p:nvPr/>
        </p:nvSpPr>
        <p:spPr>
          <a:xfrm>
            <a:off x="5090007" y="1427836"/>
            <a:ext cx="764667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9333EA">
                    <a:alpha val="80000"/>
                  </a:srgbClr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Projected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60" name="Image 20" descr="preencoded.png"/>
          <p:cNvPicPr>
            <a:picLocks noChangeAspect="1"/>
          </p:cNvPicPr>
          <p:nvPr/>
        </p:nvPicPr>
        <p:blipFill>
          <a:blip r:embed="rId17"/>
          <a:srcRect t="-41" b="-41"/>
          <a:stretch/>
        </p:blipFill>
        <p:spPr>
          <a:xfrm>
            <a:off x="3223127" y="1636662"/>
            <a:ext cx="2604668" cy="441999"/>
          </a:xfrm>
          <a:prstGeom prst="rect">
            <a:avLst/>
          </a:prstGeom>
        </p:spPr>
      </p:pic>
      <p:sp>
        <p:nvSpPr>
          <p:cNvPr id="61" name="Text 38"/>
          <p:cNvSpPr txBox="1"/>
          <p:nvPr/>
        </p:nvSpPr>
        <p:spPr>
          <a:xfrm>
            <a:off x="3308985" y="1676781"/>
            <a:ext cx="843534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Gross Margin: </a:t>
            </a:r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[XX%]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2" name="Text 39"/>
          <p:cNvSpPr txBox="1"/>
          <p:nvPr/>
        </p:nvSpPr>
        <p:spPr>
          <a:xfrm>
            <a:off x="4177894" y="1676781"/>
            <a:ext cx="85725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CBD5E1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|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3" name="Text 40"/>
          <p:cNvSpPr txBox="1"/>
          <p:nvPr/>
        </p:nvSpPr>
        <p:spPr>
          <a:xfrm>
            <a:off x="4347286" y="1676781"/>
            <a:ext cx="621335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LTV/CAC: </a:t>
            </a:r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[X.X]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4" name="Text 41"/>
          <p:cNvSpPr txBox="1"/>
          <p:nvPr/>
        </p:nvSpPr>
        <p:spPr>
          <a:xfrm>
            <a:off x="5017999" y="1676781"/>
            <a:ext cx="85725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CBD5E1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|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5" name="Text 42"/>
          <p:cNvSpPr txBox="1"/>
          <p:nvPr/>
        </p:nvSpPr>
        <p:spPr>
          <a:xfrm>
            <a:off x="5187392" y="1676781"/>
            <a:ext cx="622021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Burn: </a:t>
            </a:r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[$XK/mo]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66" name="Shape 43"/>
          <p:cNvSpPr/>
          <p:nvPr/>
        </p:nvSpPr>
        <p:spPr>
          <a:xfrm>
            <a:off x="3226689" y="2307032"/>
            <a:ext cx="2607412" cy="68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67" name="Text 44"/>
          <p:cNvSpPr txBox="1"/>
          <p:nvPr/>
        </p:nvSpPr>
        <p:spPr>
          <a:xfrm>
            <a:off x="3226690" y="2156842"/>
            <a:ext cx="2693822" cy="1220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900" b="1" kern="0" spc="31">
                <a:solidFill>
                  <a:srgbClr val="94A3B8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Use cases</a:t>
            </a:r>
            <a:endParaRPr lang="en-US" sz="900">
              <a:latin typeface="Garamond" panose="02020404030301010803" pitchFamily="18" charset="0"/>
            </a:endParaRPr>
          </a:p>
        </p:txBody>
      </p:sp>
      <p:sp>
        <p:nvSpPr>
          <p:cNvPr id="68" name="Shape 45"/>
          <p:cNvSpPr/>
          <p:nvPr/>
        </p:nvSpPr>
        <p:spPr>
          <a:xfrm>
            <a:off x="3226689" y="2381783"/>
            <a:ext cx="21260" cy="3641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69" name="Text 46"/>
          <p:cNvSpPr txBox="1"/>
          <p:nvPr/>
        </p:nvSpPr>
        <p:spPr>
          <a:xfrm>
            <a:off x="3333674" y="2381784"/>
            <a:ext cx="67208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[CUSTOMER 1]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70" name="Shape 47"/>
          <p:cNvSpPr/>
          <p:nvPr/>
        </p:nvSpPr>
        <p:spPr>
          <a:xfrm>
            <a:off x="5367071" y="2383156"/>
            <a:ext cx="464287" cy="128930"/>
          </a:xfrm>
          <a:prstGeom prst="roundRect">
            <a:avLst>
              <a:gd name="adj" fmla="val 23640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71" name="Text 48"/>
          <p:cNvSpPr txBox="1"/>
          <p:nvPr/>
        </p:nvSpPr>
        <p:spPr>
          <a:xfrm>
            <a:off x="5367070" y="2383156"/>
            <a:ext cx="521894" cy="1289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19050" rIns="47625" bIns="19050" rtlCol="0" anchor="ctr"/>
          <a:lstStyle/>
          <a:p>
            <a:r>
              <a:rPr lang="en-US" sz="600" b="1">
                <a:solidFill>
                  <a:srgbClr val="065F46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Expansion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72" name="Text 49"/>
          <p:cNvSpPr txBox="1"/>
          <p:nvPr/>
        </p:nvSpPr>
        <p:spPr>
          <a:xfrm>
            <a:off x="3333674" y="2524430"/>
            <a:ext cx="2558034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[Key Result]:</a:t>
            </a:r>
            <a:r>
              <a:rPr lang="en-US" sz="600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specific ROI or impact delivered to this customer]. 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73" name="Shape 50"/>
          <p:cNvSpPr/>
          <p:nvPr/>
        </p:nvSpPr>
        <p:spPr>
          <a:xfrm>
            <a:off x="3226689" y="2811780"/>
            <a:ext cx="21260" cy="3641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74" name="Text 51"/>
          <p:cNvSpPr txBox="1"/>
          <p:nvPr/>
        </p:nvSpPr>
        <p:spPr>
          <a:xfrm>
            <a:off x="3333673" y="2811781"/>
            <a:ext cx="69334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[CUSTOMER 2]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75" name="Shape 52"/>
          <p:cNvSpPr/>
          <p:nvPr/>
        </p:nvSpPr>
        <p:spPr>
          <a:xfrm>
            <a:off x="5561152" y="2813838"/>
            <a:ext cx="271577" cy="128930"/>
          </a:xfrm>
          <a:prstGeom prst="roundRect">
            <a:avLst>
              <a:gd name="adj" fmla="val 23640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76" name="Text 53"/>
          <p:cNvSpPr txBox="1"/>
          <p:nvPr/>
        </p:nvSpPr>
        <p:spPr>
          <a:xfrm>
            <a:off x="5561153" y="2813838"/>
            <a:ext cx="329184" cy="1289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19050" rIns="47625" bIns="19050" rtlCol="0" anchor="ctr"/>
          <a:lstStyle/>
          <a:p>
            <a:r>
              <a:rPr lang="en-US" sz="600" b="1">
                <a:solidFill>
                  <a:srgbClr val="1E40AF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Pilot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77" name="Text 54"/>
          <p:cNvSpPr txBox="1"/>
          <p:nvPr/>
        </p:nvSpPr>
        <p:spPr>
          <a:xfrm>
            <a:off x="3333674" y="2955113"/>
            <a:ext cx="2558034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[Key Result]:</a:t>
            </a:r>
            <a:r>
              <a:rPr lang="en-US" sz="600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specific ROI or impact delivered to this customer]. 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78" name="Shape 55"/>
          <p:cNvSpPr/>
          <p:nvPr/>
        </p:nvSpPr>
        <p:spPr>
          <a:xfrm>
            <a:off x="3226689" y="3242462"/>
            <a:ext cx="21260" cy="364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79" name="Text 56"/>
          <p:cNvSpPr txBox="1"/>
          <p:nvPr/>
        </p:nvSpPr>
        <p:spPr>
          <a:xfrm>
            <a:off x="3333673" y="3242463"/>
            <a:ext cx="693344" cy="1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[CUSTOMER 3]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80" name="Shape 57"/>
          <p:cNvSpPr/>
          <p:nvPr/>
        </p:nvSpPr>
        <p:spPr>
          <a:xfrm>
            <a:off x="5511775" y="3243835"/>
            <a:ext cx="321641" cy="128930"/>
          </a:xfrm>
          <a:prstGeom prst="roundRect">
            <a:avLst>
              <a:gd name="adj" fmla="val 23640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81" name="Text 58"/>
          <p:cNvSpPr txBox="1"/>
          <p:nvPr/>
        </p:nvSpPr>
        <p:spPr>
          <a:xfrm>
            <a:off x="5511775" y="3243835"/>
            <a:ext cx="379247" cy="1289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19050" rIns="47625" bIns="19050" rtlCol="0" anchor="ctr"/>
          <a:lstStyle/>
          <a:p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Churn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82" name="Text 59"/>
          <p:cNvSpPr txBox="1"/>
          <p:nvPr/>
        </p:nvSpPr>
        <p:spPr>
          <a:xfrm>
            <a:off x="3333674" y="3385109"/>
            <a:ext cx="2558034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[Key Result]:</a:t>
            </a:r>
            <a:r>
              <a:rPr lang="en-US" sz="600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specific ROI or impact delivered to this customer]. 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83" name="Shape 60"/>
          <p:cNvSpPr/>
          <p:nvPr/>
        </p:nvSpPr>
        <p:spPr>
          <a:xfrm>
            <a:off x="3226689" y="3736238"/>
            <a:ext cx="2607412" cy="68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84" name="Text 61"/>
          <p:cNvSpPr txBox="1"/>
          <p:nvPr/>
        </p:nvSpPr>
        <p:spPr>
          <a:xfrm>
            <a:off x="3226690" y="3828822"/>
            <a:ext cx="2693822" cy="10767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>
            <a:lvl1pPr>
              <a:defRPr sz="900" b="1" kern="0" spc="31">
                <a:solidFill>
                  <a:srgbClr val="94A3B8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/>
              <a:t>Key Customers</a:t>
            </a:r>
          </a:p>
        </p:txBody>
      </p:sp>
      <p:pic>
        <p:nvPicPr>
          <p:cNvPr id="85" name="Image 21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3226690" y="3993414"/>
            <a:ext cx="399821" cy="200254"/>
          </a:xfrm>
          <a:prstGeom prst="rect">
            <a:avLst/>
          </a:prstGeom>
        </p:spPr>
      </p:pic>
      <p:sp>
        <p:nvSpPr>
          <p:cNvPr id="86" name="Text 62"/>
          <p:cNvSpPr txBox="1"/>
          <p:nvPr/>
        </p:nvSpPr>
        <p:spPr>
          <a:xfrm>
            <a:off x="3204743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1]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87" name="Image 22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3667659" y="3993414"/>
            <a:ext cx="399821" cy="200254"/>
          </a:xfrm>
          <a:prstGeom prst="rect">
            <a:avLst/>
          </a:prstGeom>
        </p:spPr>
      </p:pic>
      <p:sp>
        <p:nvSpPr>
          <p:cNvPr id="88" name="Text 63"/>
          <p:cNvSpPr txBox="1"/>
          <p:nvPr/>
        </p:nvSpPr>
        <p:spPr>
          <a:xfrm>
            <a:off x="3646399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2]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89" name="Image 23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4109314" y="3993414"/>
            <a:ext cx="399821" cy="200254"/>
          </a:xfrm>
          <a:prstGeom prst="rect">
            <a:avLst/>
          </a:prstGeom>
        </p:spPr>
      </p:pic>
      <p:sp>
        <p:nvSpPr>
          <p:cNvPr id="90" name="Text 64"/>
          <p:cNvSpPr txBox="1"/>
          <p:nvPr/>
        </p:nvSpPr>
        <p:spPr>
          <a:xfrm>
            <a:off x="4087368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3]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91" name="Image 24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4550284" y="3993414"/>
            <a:ext cx="399821" cy="200254"/>
          </a:xfrm>
          <a:prstGeom prst="rect">
            <a:avLst/>
          </a:prstGeom>
        </p:spPr>
      </p:pic>
      <p:sp>
        <p:nvSpPr>
          <p:cNvPr id="92" name="Text 65"/>
          <p:cNvSpPr txBox="1"/>
          <p:nvPr/>
        </p:nvSpPr>
        <p:spPr>
          <a:xfrm>
            <a:off x="4529023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4]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93" name="Image 25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4991939" y="3993414"/>
            <a:ext cx="399821" cy="200254"/>
          </a:xfrm>
          <a:prstGeom prst="rect">
            <a:avLst/>
          </a:prstGeom>
        </p:spPr>
      </p:pic>
      <p:sp>
        <p:nvSpPr>
          <p:cNvPr id="94" name="Text 66"/>
          <p:cNvSpPr txBox="1"/>
          <p:nvPr/>
        </p:nvSpPr>
        <p:spPr>
          <a:xfrm>
            <a:off x="4970678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5]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95" name="Image 26" descr="preencoded.png"/>
          <p:cNvPicPr>
            <a:picLocks noChangeAspect="1"/>
          </p:cNvPicPr>
          <p:nvPr/>
        </p:nvPicPr>
        <p:blipFill>
          <a:blip r:embed="rId18"/>
          <a:srcRect l="-110" r="-110"/>
          <a:stretch/>
        </p:blipFill>
        <p:spPr>
          <a:xfrm>
            <a:off x="5432908" y="3993414"/>
            <a:ext cx="399821" cy="200254"/>
          </a:xfrm>
          <a:prstGeom prst="rect">
            <a:avLst/>
          </a:prstGeom>
        </p:spPr>
      </p:pic>
      <p:sp>
        <p:nvSpPr>
          <p:cNvPr id="96" name="Text 67"/>
          <p:cNvSpPr txBox="1"/>
          <p:nvPr/>
        </p:nvSpPr>
        <p:spPr>
          <a:xfrm>
            <a:off x="5411647" y="3993414"/>
            <a:ext cx="443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[CLIENT 6]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97" name="Image 27" descr="preencoded.png"/>
          <p:cNvPicPr>
            <a:picLocks noChangeAspect="1"/>
          </p:cNvPicPr>
          <p:nvPr/>
        </p:nvPicPr>
        <p:blipFill>
          <a:blip r:embed="rId19"/>
          <a:srcRect t="-4" b="-4"/>
          <a:stretch/>
        </p:blipFill>
        <p:spPr>
          <a:xfrm>
            <a:off x="6067273" y="543154"/>
            <a:ext cx="2933852" cy="3771900"/>
          </a:xfrm>
          <a:prstGeom prst="rect">
            <a:avLst/>
          </a:prstGeom>
        </p:spPr>
      </p:pic>
      <p:sp>
        <p:nvSpPr>
          <p:cNvPr id="99" name="Shape 69"/>
          <p:cNvSpPr/>
          <p:nvPr/>
        </p:nvSpPr>
        <p:spPr>
          <a:xfrm>
            <a:off x="6074131" y="892912"/>
            <a:ext cx="2921508" cy="14402"/>
          </a:xfrm>
          <a:prstGeom prst="roundRect">
            <a:avLst>
              <a:gd name="adj" fmla="val 1523841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03" name="Text 72"/>
          <p:cNvSpPr txBox="1"/>
          <p:nvPr/>
        </p:nvSpPr>
        <p:spPr>
          <a:xfrm>
            <a:off x="6188659" y="1021843"/>
            <a:ext cx="527381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TAM (Total)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04" name="Text 73"/>
          <p:cNvSpPr txBox="1"/>
          <p:nvPr/>
        </p:nvSpPr>
        <p:spPr>
          <a:xfrm>
            <a:off x="8548498" y="1021843"/>
            <a:ext cx="392963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[$XXB+]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105" name="Image 29" descr="preencoded.png"/>
          <p:cNvPicPr>
            <a:picLocks noChangeAspect="1"/>
          </p:cNvPicPr>
          <p:nvPr/>
        </p:nvPicPr>
        <p:blipFill>
          <a:blip r:embed="rId20"/>
          <a:srcRect l="-199" r="-199"/>
          <a:stretch/>
        </p:blipFill>
        <p:spPr>
          <a:xfrm>
            <a:off x="6188659" y="1167918"/>
            <a:ext cx="2691080" cy="56921"/>
          </a:xfrm>
          <a:prstGeom prst="rect">
            <a:avLst/>
          </a:prstGeom>
        </p:spPr>
      </p:pic>
      <p:pic>
        <p:nvPicPr>
          <p:cNvPr id="106" name="Image 30" descr="preencoded.png"/>
          <p:cNvPicPr>
            <a:picLocks noChangeAspect="1"/>
          </p:cNvPicPr>
          <p:nvPr/>
        </p:nvPicPr>
        <p:blipFill>
          <a:blip r:embed="rId21"/>
          <a:srcRect l="-199" r="-199"/>
          <a:stretch/>
        </p:blipFill>
        <p:spPr>
          <a:xfrm>
            <a:off x="6188659" y="1167918"/>
            <a:ext cx="2691080" cy="56921"/>
          </a:xfrm>
          <a:prstGeom prst="rect">
            <a:avLst/>
          </a:prstGeom>
        </p:spPr>
      </p:pic>
      <p:sp>
        <p:nvSpPr>
          <p:cNvPr id="107" name="Text 74"/>
          <p:cNvSpPr txBox="1"/>
          <p:nvPr/>
        </p:nvSpPr>
        <p:spPr>
          <a:xfrm>
            <a:off x="6188659" y="1296848"/>
            <a:ext cx="657683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475569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SAM (Segment)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08" name="Text 75"/>
          <p:cNvSpPr txBox="1"/>
          <p:nvPr/>
        </p:nvSpPr>
        <p:spPr>
          <a:xfrm>
            <a:off x="8548498" y="1296848"/>
            <a:ext cx="392963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F172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[$XXB+]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109" name="Image 31" descr="preencoded.png"/>
          <p:cNvPicPr>
            <a:picLocks noChangeAspect="1"/>
          </p:cNvPicPr>
          <p:nvPr/>
        </p:nvPicPr>
        <p:blipFill>
          <a:blip r:embed="rId20"/>
          <a:srcRect l="-199" r="-199"/>
          <a:stretch/>
        </p:blipFill>
        <p:spPr>
          <a:xfrm>
            <a:off x="6188659" y="1442924"/>
            <a:ext cx="2691080" cy="56921"/>
          </a:xfrm>
          <a:prstGeom prst="rect">
            <a:avLst/>
          </a:prstGeom>
        </p:spPr>
      </p:pic>
      <p:pic>
        <p:nvPicPr>
          <p:cNvPr id="110" name="Image 32" descr="preencoded.png"/>
          <p:cNvPicPr>
            <a:picLocks noChangeAspect="1"/>
          </p:cNvPicPr>
          <p:nvPr/>
        </p:nvPicPr>
        <p:blipFill>
          <a:blip r:embed="rId22"/>
          <a:srcRect l="-211" r="-211"/>
          <a:stretch/>
        </p:blipFill>
        <p:spPr>
          <a:xfrm>
            <a:off x="6188660" y="1442924"/>
            <a:ext cx="538353" cy="56921"/>
          </a:xfrm>
          <a:prstGeom prst="rect">
            <a:avLst/>
          </a:prstGeom>
        </p:spPr>
      </p:pic>
      <p:sp>
        <p:nvSpPr>
          <p:cNvPr id="111" name="Text 76"/>
          <p:cNvSpPr txBox="1"/>
          <p:nvPr/>
        </p:nvSpPr>
        <p:spPr>
          <a:xfrm>
            <a:off x="6188660" y="1571854"/>
            <a:ext cx="807187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EA580C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SOM (Obtainable)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12" name="Text 77"/>
          <p:cNvSpPr txBox="1"/>
          <p:nvPr/>
        </p:nvSpPr>
        <p:spPr>
          <a:xfrm>
            <a:off x="8527238" y="1571854"/>
            <a:ext cx="414909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EA580C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[$XXM+]</a:t>
            </a:r>
            <a:endParaRPr lang="en-US" sz="600">
              <a:latin typeface="Garamond" panose="02020404030301010803" pitchFamily="18" charset="0"/>
            </a:endParaRPr>
          </a:p>
        </p:txBody>
      </p:sp>
      <p:pic>
        <p:nvPicPr>
          <p:cNvPr id="113" name="Image 33" descr="preencoded.png"/>
          <p:cNvPicPr>
            <a:picLocks noChangeAspect="1"/>
          </p:cNvPicPr>
          <p:nvPr/>
        </p:nvPicPr>
        <p:blipFill>
          <a:blip r:embed="rId23"/>
          <a:srcRect l="-199" r="-199"/>
          <a:stretch/>
        </p:blipFill>
        <p:spPr>
          <a:xfrm>
            <a:off x="6188659" y="1717930"/>
            <a:ext cx="2691080" cy="56921"/>
          </a:xfrm>
          <a:prstGeom prst="rect">
            <a:avLst/>
          </a:prstGeom>
        </p:spPr>
      </p:pic>
      <p:sp>
        <p:nvSpPr>
          <p:cNvPr id="114" name="Shape 78"/>
          <p:cNvSpPr/>
          <p:nvPr/>
        </p:nvSpPr>
        <p:spPr>
          <a:xfrm>
            <a:off x="6195518" y="1725473"/>
            <a:ext cx="135788" cy="43205"/>
          </a:xfrm>
          <a:prstGeom prst="roundRect">
            <a:avLst>
              <a:gd name="adj" fmla="val 1587307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15" name="Text 79"/>
          <p:cNvSpPr txBox="1"/>
          <p:nvPr/>
        </p:nvSpPr>
        <p:spPr>
          <a:xfrm>
            <a:off x="6188660" y="1861262"/>
            <a:ext cx="2779547" cy="1220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>
            <a:lvl1pPr>
              <a:defRPr sz="900" b="1" kern="0" spc="31">
                <a:solidFill>
                  <a:srgbClr val="94A3B8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/>
              <a:t>Competitive Landscape</a:t>
            </a:r>
          </a:p>
        </p:txBody>
      </p:sp>
      <p:sp>
        <p:nvSpPr>
          <p:cNvPr id="116" name="Shape 80"/>
          <p:cNvSpPr/>
          <p:nvPr/>
        </p:nvSpPr>
        <p:spPr>
          <a:xfrm>
            <a:off x="6188660" y="2036141"/>
            <a:ext cx="2693137" cy="1314679"/>
          </a:xfrm>
          <a:prstGeom prst="roundRect">
            <a:avLst>
              <a:gd name="adj" fmla="val 4536"/>
            </a:avLst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030287"/>
              </p:ext>
            </p:extLst>
          </p:nvPr>
        </p:nvGraphicFramePr>
        <p:xfrm>
          <a:off x="6195518" y="2042999"/>
          <a:ext cx="2676678" cy="1318109"/>
        </p:xfrm>
        <a:graphic>
          <a:graphicData uri="http://schemas.openxmlformats.org/drawingml/2006/table">
            <a:tbl>
              <a:tblPr/>
              <a:tblGrid>
                <a:gridCol w="936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COMPETITOR</a:t>
                      </a:r>
                      <a:endParaRPr lang="en-US" sz="8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21" marR="56921" marT="56921" marB="5692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[COMPANY] WINS</a:t>
                      </a:r>
                      <a:endParaRPr lang="en-US" sz="8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21" marR="56921" marT="56921" marB="5692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1E293B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[Competitor 1]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00">
                          <a:solidFill>
                            <a:srgbClr val="94A3B8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[Category]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1: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2: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1E293B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[Competitor 2]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00">
                          <a:solidFill>
                            <a:srgbClr val="94A3B8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[Category]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1: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2: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0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1E293B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[Competitor 3]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600">
                          <a:solidFill>
                            <a:srgbClr val="94A3B8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[Category]</a:t>
                      </a:r>
                      <a:endParaRPr lang="en-US" sz="11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1: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b="1">
                          <a:solidFill>
                            <a:srgbClr val="9333EA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Advantage 2:</a:t>
                      </a:r>
                      <a:r>
                        <a:rPr lang="en-US" sz="700">
                          <a:solidFill>
                            <a:srgbClr val="334155"/>
                          </a:solidFill>
                          <a:latin typeface="Garamond" panose="02020404030301010803" pitchFamily="18" charset="0"/>
                          <a:ea typeface="Inter" pitchFamily="34" charset="-122"/>
                          <a:cs typeface="Inter" pitchFamily="34" charset="-120"/>
                        </a:rPr>
                        <a:t> [Detail]</a:t>
                      </a:r>
                      <a:endParaRPr lang="en-US" sz="1200">
                        <a:latin typeface="Garamond" panose="02020404030301010803" pitchFamily="18" charset="0"/>
                      </a:endParaRPr>
                    </a:p>
                  </a:txBody>
                  <a:tcPr marL="56921" marR="56921" marT="56921" marB="56921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4" name="Shape 85"/>
          <p:cNvSpPr/>
          <p:nvPr/>
        </p:nvSpPr>
        <p:spPr>
          <a:xfrm>
            <a:off x="1" y="4428897"/>
            <a:ext cx="9143771" cy="714604"/>
          </a:xfrm>
          <a:prstGeom prst="rect">
            <a:avLst/>
          </a:prstGeom>
          <a:solidFill>
            <a:srgbClr val="F2F8EE"/>
          </a:solidFill>
          <a:ln/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25" name="Shape 86"/>
          <p:cNvSpPr/>
          <p:nvPr/>
        </p:nvSpPr>
        <p:spPr>
          <a:xfrm>
            <a:off x="1" y="4428896"/>
            <a:ext cx="9143771" cy="1440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26" name="Shape 87"/>
          <p:cNvSpPr/>
          <p:nvPr/>
        </p:nvSpPr>
        <p:spPr>
          <a:xfrm>
            <a:off x="3086100" y="4529023"/>
            <a:ext cx="6858" cy="528752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27" name="Shape 88"/>
          <p:cNvSpPr/>
          <p:nvPr/>
        </p:nvSpPr>
        <p:spPr>
          <a:xfrm>
            <a:off x="228371" y="4643552"/>
            <a:ext cx="2743200" cy="8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28" name="Text 89"/>
          <p:cNvSpPr txBox="1"/>
          <p:nvPr/>
        </p:nvSpPr>
        <p:spPr>
          <a:xfrm>
            <a:off x="228371" y="4529024"/>
            <a:ext cx="2800808" cy="857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750" kern="0" spc="68">
                <a:solidFill>
                  <a:srgbClr val="1E293B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Strategic Fit</a:t>
            </a:r>
            <a:endParaRPr lang="en-US" sz="750">
              <a:latin typeface="Garamond" panose="02020404030301010803" pitchFamily="18" charset="0"/>
            </a:endParaRPr>
          </a:p>
        </p:txBody>
      </p:sp>
      <p:sp>
        <p:nvSpPr>
          <p:cNvPr id="129" name="Text 90"/>
          <p:cNvSpPr txBox="1"/>
          <p:nvPr/>
        </p:nvSpPr>
        <p:spPr>
          <a:xfrm>
            <a:off x="228371" y="4700473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Manufacturing BU Alignment: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Purpose-built for [OEM names].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0" name="Text 91"/>
          <p:cNvSpPr txBox="1"/>
          <p:nvPr/>
        </p:nvSpPr>
        <p:spPr>
          <a:xfrm>
            <a:off x="228371" y="4812944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[Partner] Partnership: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Complementary to [platform].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1" name="Text 92"/>
          <p:cNvSpPr txBox="1"/>
          <p:nvPr/>
        </p:nvSpPr>
        <p:spPr>
          <a:xfrm>
            <a:off x="228371" y="4925416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[Investor name] introducing to [Company] BU contacts.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2" name="Shape 93"/>
          <p:cNvSpPr/>
          <p:nvPr/>
        </p:nvSpPr>
        <p:spPr>
          <a:xfrm>
            <a:off x="6060415" y="4529023"/>
            <a:ext cx="6858" cy="528752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33" name="Shape 94"/>
          <p:cNvSpPr/>
          <p:nvPr/>
        </p:nvSpPr>
        <p:spPr>
          <a:xfrm>
            <a:off x="3202686" y="4643552"/>
            <a:ext cx="2743200" cy="8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34" name="Text 95"/>
          <p:cNvSpPr txBox="1"/>
          <p:nvPr/>
        </p:nvSpPr>
        <p:spPr>
          <a:xfrm>
            <a:off x="3202686" y="4529024"/>
            <a:ext cx="2800808" cy="857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750" kern="0" spc="68">
                <a:solidFill>
                  <a:srgbClr val="1E293B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Deal Terms</a:t>
            </a:r>
            <a:endParaRPr lang="en-US" sz="750">
              <a:latin typeface="Garamond" panose="02020404030301010803" pitchFamily="18" charset="0"/>
            </a:endParaRPr>
          </a:p>
        </p:txBody>
      </p:sp>
      <p:sp>
        <p:nvSpPr>
          <p:cNvPr id="135" name="Text 96"/>
          <p:cNvSpPr txBox="1"/>
          <p:nvPr/>
        </p:nvSpPr>
        <p:spPr>
          <a:xfrm>
            <a:off x="3202686" y="4700473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Current: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$[X]M Bridge (closing [Month Year]) for [purpose].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6" name="Text 97"/>
          <p:cNvSpPr txBox="1"/>
          <p:nvPr/>
        </p:nvSpPr>
        <p:spPr>
          <a:xfrm>
            <a:off x="3202686" y="4812944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Next: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Series [X] launch [Timeline] for [expansion areas].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7" name="Text 98"/>
          <p:cNvSpPr txBox="1"/>
          <p:nvPr/>
        </p:nvSpPr>
        <p:spPr>
          <a:xfrm>
            <a:off x="3202686" y="4925416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Use of Funds: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[key initiatives].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38" name="Shape 99"/>
          <p:cNvSpPr/>
          <p:nvPr/>
        </p:nvSpPr>
        <p:spPr>
          <a:xfrm>
            <a:off x="6177001" y="4643552"/>
            <a:ext cx="2743200" cy="8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39" name="Text 100"/>
          <p:cNvSpPr txBox="1"/>
          <p:nvPr/>
        </p:nvSpPr>
        <p:spPr>
          <a:xfrm>
            <a:off x="6177001" y="4529024"/>
            <a:ext cx="2800808" cy="857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750" kern="0" spc="68">
                <a:solidFill>
                  <a:srgbClr val="1E293B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Key Risks</a:t>
            </a:r>
            <a:endParaRPr lang="en-US" sz="750">
              <a:latin typeface="Garamond" panose="02020404030301010803" pitchFamily="18" charset="0"/>
            </a:endParaRPr>
          </a:p>
        </p:txBody>
      </p:sp>
      <p:sp>
        <p:nvSpPr>
          <p:cNvPr id="140" name="Text 101"/>
          <p:cNvSpPr txBox="1"/>
          <p:nvPr/>
        </p:nvSpPr>
        <p:spPr>
          <a:xfrm>
            <a:off x="6177001" y="4700473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Hardware Margins: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Compressed to [X]% ([supplier] costs).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41" name="Text 102"/>
          <p:cNvSpPr txBox="1"/>
          <p:nvPr/>
        </p:nvSpPr>
        <p:spPr>
          <a:xfrm>
            <a:off x="6177001" y="4812944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Customer Concentration: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Heavy reliance on [top customers]. 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42" name="Text 103"/>
          <p:cNvSpPr txBox="1"/>
          <p:nvPr/>
        </p:nvSpPr>
        <p:spPr>
          <a:xfrm>
            <a:off x="6177001" y="4925416"/>
            <a:ext cx="2828925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GDPR/[Region]:</a:t>
            </a:r>
            <a:r>
              <a:rPr lang="en-US" sz="675">
                <a:solidFill>
                  <a:srgbClr val="1E293B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[regulatory concern]. </a:t>
            </a:r>
            <a:endParaRPr lang="en-US" sz="675">
              <a:latin typeface="Garamond" panose="02020404030301010803" pitchFamily="18" charset="0"/>
            </a:endParaRPr>
          </a:p>
        </p:txBody>
      </p:sp>
      <p:pic>
        <p:nvPicPr>
          <p:cNvPr id="143" name="Image 36" descr="preencoded.png"/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colorTemperature colorTemp="3830"/>
                    </a14:imgEffect>
                  </a14:imgLayer>
                </a14:imgProps>
              </a:ext>
            </a:extLst>
          </a:blip>
          <a:srcRect t="-1" b="-1"/>
          <a:stretch/>
        </p:blipFill>
        <p:spPr>
          <a:xfrm>
            <a:off x="1" y="0"/>
            <a:ext cx="9143771" cy="469086"/>
          </a:xfrm>
          <a:prstGeom prst="rect">
            <a:avLst/>
          </a:prstGeom>
          <a:effectLst/>
        </p:spPr>
      </p:pic>
      <p:sp>
        <p:nvSpPr>
          <p:cNvPr id="144" name="Shape 104"/>
          <p:cNvSpPr/>
          <p:nvPr/>
        </p:nvSpPr>
        <p:spPr>
          <a:xfrm>
            <a:off x="171451" y="100127"/>
            <a:ext cx="228371" cy="228371"/>
          </a:xfrm>
          <a:prstGeom prst="roundRect">
            <a:avLst>
              <a:gd name="adj" fmla="val 7507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pic>
        <p:nvPicPr>
          <p:cNvPr id="145" name="Image 37" descr="preencoded.png"/>
          <p:cNvPicPr>
            <a:picLocks noChangeAspect="1"/>
          </p:cNvPicPr>
          <p:nvPr/>
        </p:nvPicPr>
        <p:blipFill>
          <a:blip r:embed="rId26"/>
          <a:srcRect t="-24850" b="-24850"/>
          <a:stretch/>
        </p:blipFill>
        <p:spPr>
          <a:xfrm>
            <a:off x="228372" y="128930"/>
            <a:ext cx="114529" cy="171450"/>
          </a:xfrm>
          <a:prstGeom prst="rect">
            <a:avLst/>
          </a:prstGeom>
        </p:spPr>
      </p:pic>
      <p:sp>
        <p:nvSpPr>
          <p:cNvPr id="146" name="Text 105"/>
          <p:cNvSpPr txBox="1"/>
          <p:nvPr/>
        </p:nvSpPr>
        <p:spPr>
          <a:xfrm>
            <a:off x="485547" y="52122"/>
            <a:ext cx="2128258" cy="194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kern="0" spc="-34">
                <a:solidFill>
                  <a:srgbClr val="FFFFFF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[COMPANY </a:t>
            </a:r>
            <a:r>
              <a:rPr lang="en-US" sz="1350" b="1" kern="0" spc="-34">
                <a:solidFill>
                  <a:srgbClr val="FFEDD5"/>
                </a:solidFill>
                <a:latin typeface="Garamond" panose="02020404030301010803" pitchFamily="18" charset="0"/>
                <a:ea typeface="Oswald" pitchFamily="34" charset="-122"/>
                <a:cs typeface="Oswald" pitchFamily="34" charset="-120"/>
              </a:rPr>
              <a:t>NAME]</a:t>
            </a:r>
            <a:endParaRPr lang="en-US" sz="1350">
              <a:latin typeface="Garamond" panose="02020404030301010803" pitchFamily="18" charset="0"/>
            </a:endParaRPr>
          </a:p>
        </p:txBody>
      </p:sp>
      <p:sp>
        <p:nvSpPr>
          <p:cNvPr id="164" name="Text 122"/>
          <p:cNvSpPr txBox="1"/>
          <p:nvPr/>
        </p:nvSpPr>
        <p:spPr>
          <a:xfrm>
            <a:off x="521894" y="275692"/>
            <a:ext cx="1228954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kern="0" spc="28">
                <a:solidFill>
                  <a:srgbClr val="FFEDD5">
                    <a:alpha val="90000"/>
                  </a:srgbClr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[TAGLINE OR SLOGAN]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65" name="Shape 70">
            <a:extLst>
              <a:ext uri="{FF2B5EF4-FFF2-40B4-BE49-F238E27FC236}">
                <a16:creationId xmlns:a16="http://schemas.microsoft.com/office/drawing/2014/main" id="{45AC83BE-FF1D-B5CE-7F69-C7A296D14609}"/>
              </a:ext>
            </a:extLst>
          </p:cNvPr>
          <p:cNvSpPr/>
          <p:nvPr/>
        </p:nvSpPr>
        <p:spPr>
          <a:xfrm>
            <a:off x="3622281" y="77521"/>
            <a:ext cx="5383645" cy="305841"/>
          </a:xfrm>
          <a:prstGeom prst="roundRect">
            <a:avLst>
              <a:gd name="adj" fmla="val 3323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  <a:ea typeface="Inter"/>
            </a:endParaRPr>
          </a:p>
        </p:txBody>
      </p:sp>
      <p:sp>
        <p:nvSpPr>
          <p:cNvPr id="147" name="Text 106"/>
          <p:cNvSpPr txBox="1"/>
          <p:nvPr/>
        </p:nvSpPr>
        <p:spPr>
          <a:xfrm>
            <a:off x="3801389" y="106984"/>
            <a:ext cx="436169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48" name="Text 107"/>
          <p:cNvSpPr txBox="1"/>
          <p:nvPr/>
        </p:nvSpPr>
        <p:spPr>
          <a:xfrm>
            <a:off x="3801390" y="203683"/>
            <a:ext cx="450571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[Category]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49" name="Shape 108"/>
          <p:cNvSpPr/>
          <p:nvPr/>
        </p:nvSpPr>
        <p:spPr>
          <a:xfrm>
            <a:off x="4464558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50" name="Text 109"/>
          <p:cNvSpPr txBox="1"/>
          <p:nvPr/>
        </p:nvSpPr>
        <p:spPr>
          <a:xfrm>
            <a:off x="4757395" y="106984"/>
            <a:ext cx="285979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Stage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1" name="Text 110"/>
          <p:cNvSpPr txBox="1"/>
          <p:nvPr/>
        </p:nvSpPr>
        <p:spPr>
          <a:xfrm>
            <a:off x="4757395" y="203683"/>
            <a:ext cx="285979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[Stage]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2" name="Shape 111"/>
          <p:cNvSpPr/>
          <p:nvPr/>
        </p:nvSpPr>
        <p:spPr>
          <a:xfrm>
            <a:off x="5269001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53" name="Text 112"/>
          <p:cNvSpPr txBox="1"/>
          <p:nvPr/>
        </p:nvSpPr>
        <p:spPr>
          <a:xfrm>
            <a:off x="5561838" y="106984"/>
            <a:ext cx="507492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4" name="Text 113"/>
          <p:cNvSpPr txBox="1"/>
          <p:nvPr/>
        </p:nvSpPr>
        <p:spPr>
          <a:xfrm>
            <a:off x="5561838" y="203683"/>
            <a:ext cx="626822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[City, Country]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5" name="Shape 114"/>
          <p:cNvSpPr/>
          <p:nvPr/>
        </p:nvSpPr>
        <p:spPr>
          <a:xfrm>
            <a:off x="6290843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56" name="Text 115"/>
          <p:cNvSpPr txBox="1"/>
          <p:nvPr/>
        </p:nvSpPr>
        <p:spPr>
          <a:xfrm>
            <a:off x="6583680" y="106984"/>
            <a:ext cx="400508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Founded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7" name="Text 116"/>
          <p:cNvSpPr txBox="1"/>
          <p:nvPr/>
        </p:nvSpPr>
        <p:spPr>
          <a:xfrm>
            <a:off x="6583680" y="203683"/>
            <a:ext cx="400508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[Year]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58" name="Shape 117"/>
          <p:cNvSpPr/>
          <p:nvPr/>
        </p:nvSpPr>
        <p:spPr>
          <a:xfrm>
            <a:off x="7207073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sp>
        <p:nvSpPr>
          <p:cNvPr id="159" name="Text 118"/>
          <p:cNvSpPr txBox="1"/>
          <p:nvPr/>
        </p:nvSpPr>
        <p:spPr>
          <a:xfrm>
            <a:off x="7499909" y="106984"/>
            <a:ext cx="329184" cy="1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6">
                <a:solidFill>
                  <a:srgbClr val="FED7AA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Team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60" name="Text 119"/>
          <p:cNvSpPr txBox="1"/>
          <p:nvPr/>
        </p:nvSpPr>
        <p:spPr>
          <a:xfrm>
            <a:off x="7499908" y="207111"/>
            <a:ext cx="559613" cy="11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[XX FTE]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61" name="Shape 120"/>
          <p:cNvSpPr/>
          <p:nvPr/>
        </p:nvSpPr>
        <p:spPr>
          <a:xfrm>
            <a:off x="8052664" y="157049"/>
            <a:ext cx="6858" cy="114529"/>
          </a:xfrm>
          <a:prstGeom prst="rect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1500">
              <a:latin typeface="Garamond" panose="02020404030301010803" pitchFamily="18" charset="0"/>
            </a:endParaRPr>
          </a:p>
        </p:txBody>
      </p:sp>
      <p:pic>
        <p:nvPicPr>
          <p:cNvPr id="162" name="Image 38" descr="preencoded.png"/>
          <p:cNvPicPr>
            <a:picLocks noChangeAspect="1"/>
          </p:cNvPicPr>
          <p:nvPr/>
        </p:nvPicPr>
        <p:blipFill>
          <a:blip r:embed="rId27"/>
          <a:srcRect t="-27660" b="-27660"/>
          <a:stretch/>
        </p:blipFill>
        <p:spPr>
          <a:xfrm>
            <a:off x="8195323" y="119460"/>
            <a:ext cx="128930" cy="200254"/>
          </a:xfrm>
          <a:prstGeom prst="rect">
            <a:avLst/>
          </a:prstGeom>
        </p:spPr>
      </p:pic>
      <p:sp>
        <p:nvSpPr>
          <p:cNvPr id="163" name="Text 121"/>
          <p:cNvSpPr txBox="1"/>
          <p:nvPr/>
        </p:nvSpPr>
        <p:spPr>
          <a:xfrm>
            <a:off x="8381174" y="160608"/>
            <a:ext cx="527381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>
                <a:solidFill>
                  <a:srgbClr val="FFFFFF">
                    <a:alpha val="95000"/>
                  </a:srgbClr>
                </a:solidFill>
                <a:latin typeface="Garamond" panose="02020404030301010803" pitchFamily="18" charset="0"/>
                <a:ea typeface="Roboto Condensed" pitchFamily="34" charset="-122"/>
                <a:cs typeface="Roboto Condensed" pitchFamily="34" charset="-120"/>
              </a:rPr>
              <a:t>[website.com]</a:t>
            </a:r>
            <a:endParaRPr lang="en-US" sz="675">
              <a:latin typeface="Garamond" panose="02020404030301010803" pitchFamily="18" charset="0"/>
            </a:endParaRPr>
          </a:p>
        </p:txBody>
      </p:sp>
      <p:sp>
        <p:nvSpPr>
          <p:cNvPr id="166" name="Shape 12">
            <a:extLst>
              <a:ext uri="{FF2B5EF4-FFF2-40B4-BE49-F238E27FC236}">
                <a16:creationId xmlns:a16="http://schemas.microsoft.com/office/drawing/2014/main" id="{B34FAD82-007A-E9B9-6EDD-BE57764B83CE}"/>
              </a:ext>
            </a:extLst>
          </p:cNvPr>
          <p:cNvSpPr/>
          <p:nvPr/>
        </p:nvSpPr>
        <p:spPr>
          <a:xfrm>
            <a:off x="6175858" y="3461233"/>
            <a:ext cx="2607412" cy="721462"/>
          </a:xfrm>
          <a:prstGeom prst="roundRect">
            <a:avLst>
              <a:gd name="adj" fmla="val 7529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19" name="Text 81"/>
          <p:cNvSpPr txBox="1"/>
          <p:nvPr/>
        </p:nvSpPr>
        <p:spPr>
          <a:xfrm>
            <a:off x="6402629" y="3523641"/>
            <a:ext cx="2472309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1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Defensive Moats </a:t>
            </a:r>
            <a:endParaRPr lang="en-US" sz="900">
              <a:latin typeface="Garamond" panose="02020404030301010803" pitchFamily="18" charset="0"/>
            </a:endParaRPr>
          </a:p>
        </p:txBody>
      </p:sp>
      <p:pic>
        <p:nvPicPr>
          <p:cNvPr id="120" name="Image 35" descr="preencoded.png"/>
          <p:cNvPicPr>
            <a:picLocks noChangeAspect="1"/>
          </p:cNvPicPr>
          <p:nvPr/>
        </p:nvPicPr>
        <p:blipFill>
          <a:blip r:embed="rId28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-1648" r="-1648"/>
          <a:stretch/>
        </p:blipFill>
        <p:spPr>
          <a:xfrm>
            <a:off x="6281242" y="3546958"/>
            <a:ext cx="64466" cy="71324"/>
          </a:xfrm>
          <a:prstGeom prst="rect">
            <a:avLst/>
          </a:prstGeom>
        </p:spPr>
      </p:pic>
      <p:sp>
        <p:nvSpPr>
          <p:cNvPr id="121" name="Text 82"/>
          <p:cNvSpPr txBox="1"/>
          <p:nvPr/>
        </p:nvSpPr>
        <p:spPr>
          <a:xfrm>
            <a:off x="6281243" y="3698520"/>
            <a:ext cx="2593696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1. [Moat 1]:</a:t>
            </a:r>
            <a:r>
              <a:rPr lang="en-US" sz="600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defensibility].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22" name="Text 83"/>
          <p:cNvSpPr txBox="1"/>
          <p:nvPr/>
        </p:nvSpPr>
        <p:spPr>
          <a:xfrm>
            <a:off x="6281243" y="3846653"/>
            <a:ext cx="2593696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2. [Moat 2]:</a:t>
            </a:r>
            <a:r>
              <a:rPr lang="en-US" sz="600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defensibility].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23" name="Text 84"/>
          <p:cNvSpPr txBox="1"/>
          <p:nvPr/>
        </p:nvSpPr>
        <p:spPr>
          <a:xfrm>
            <a:off x="6281243" y="3995471"/>
            <a:ext cx="2593696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3. [Moat 3]:</a:t>
            </a:r>
            <a:r>
              <a:rPr lang="en-US" sz="600"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 [Description of defensibility].</a:t>
            </a:r>
            <a:endParaRPr lang="en-US" sz="600">
              <a:latin typeface="Garamond" panose="02020404030301010803" pitchFamily="18" charset="0"/>
            </a:endParaRPr>
          </a:p>
        </p:txBody>
      </p:sp>
      <p:sp>
        <p:nvSpPr>
          <p:cNvPr id="168" name="Text 38">
            <a:extLst>
              <a:ext uri="{FF2B5EF4-FFF2-40B4-BE49-F238E27FC236}">
                <a16:creationId xmlns:a16="http://schemas.microsoft.com/office/drawing/2014/main" id="{3BFB495C-6C67-000C-034D-00C3CC8AB36D}"/>
              </a:ext>
            </a:extLst>
          </p:cNvPr>
          <p:cNvSpPr txBox="1"/>
          <p:nvPr/>
        </p:nvSpPr>
        <p:spPr>
          <a:xfrm>
            <a:off x="3320644" y="1917039"/>
            <a:ext cx="843534" cy="10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334155"/>
                </a:solidFill>
                <a:latin typeface="Garamond" panose="02020404030301010803" pitchFamily="18" charset="0"/>
                <a:ea typeface="Inter" pitchFamily="34" charset="-122"/>
                <a:cs typeface="Inter" pitchFamily="34" charset="-120"/>
              </a:rPr>
              <a:t>Business model :</a:t>
            </a:r>
            <a:endParaRPr lang="en-US" sz="600" b="1">
              <a:latin typeface="Garamond" panose="02020404030301010803" pitchFamily="18" charset="0"/>
            </a:endParaRPr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FBB7F852-0663-4A3A-4349-3B6909214832}"/>
              </a:ext>
            </a:extLst>
          </p:cNvPr>
          <p:cNvSpPr/>
          <p:nvPr/>
        </p:nvSpPr>
        <p:spPr>
          <a:xfrm>
            <a:off x="150191" y="547613"/>
            <a:ext cx="2832354" cy="345300"/>
          </a:xfrm>
          <a:prstGeom prst="round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 sz="135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64033" y="635737"/>
            <a:ext cx="171450" cy="17145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2400">
              <a:latin typeface="Garamond" panose="02020404030301010803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9"/>
          <a:srcRect t="-17826" b="-17826"/>
          <a:stretch/>
        </p:blipFill>
        <p:spPr>
          <a:xfrm>
            <a:off x="310667" y="650139"/>
            <a:ext cx="78867" cy="14264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14350" y="624765"/>
            <a:ext cx="1877720" cy="14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0">
                <a:solidFill>
                  <a:srgbClr val="1E293B"/>
                </a:solidFill>
                <a:latin typeface="Garamond"/>
                <a:ea typeface="Inter"/>
              </a:rPr>
              <a:t>VALUE PROPOSITION</a:t>
            </a:r>
            <a:endParaRPr lang="en-US" sz="1050">
              <a:latin typeface="Garamond" panose="02020404030301010803" pitchFamily="18" charset="0"/>
            </a:endParaRPr>
          </a:p>
        </p:txBody>
      </p:sp>
      <p:sp>
        <p:nvSpPr>
          <p:cNvPr id="167" name="Rectangle : coins arrondis 166">
            <a:extLst>
              <a:ext uri="{FF2B5EF4-FFF2-40B4-BE49-F238E27FC236}">
                <a16:creationId xmlns:a16="http://schemas.microsoft.com/office/drawing/2014/main" id="{5019BCED-A2E2-C28A-2D7C-8FE0FD1F19A5}"/>
              </a:ext>
            </a:extLst>
          </p:cNvPr>
          <p:cNvSpPr/>
          <p:nvPr/>
        </p:nvSpPr>
        <p:spPr>
          <a:xfrm>
            <a:off x="3121076" y="544526"/>
            <a:ext cx="2832354" cy="345300"/>
          </a:xfrm>
          <a:prstGeom prst="round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3226689" y="635737"/>
            <a:ext cx="171450" cy="17145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2400">
              <a:latin typeface="Garamond" panose="02020404030301010803" pitchFamily="18" charset="0"/>
            </a:endParaRPr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30"/>
          <a:srcRect t="-21233" b="-21233"/>
          <a:stretch/>
        </p:blipFill>
        <p:spPr>
          <a:xfrm>
            <a:off x="3262351" y="650139"/>
            <a:ext cx="100127" cy="142646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3483864" y="667282"/>
            <a:ext cx="1927784" cy="12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0">
                <a:solidFill>
                  <a:srgbClr val="1E293B"/>
                </a:solidFill>
                <a:latin typeface="Garamond"/>
                <a:ea typeface="Inter"/>
                <a:cs typeface="Inter" pitchFamily="34" charset="-120"/>
              </a:rPr>
              <a:t>TRACTION &amp; ECONOMICS</a:t>
            </a:r>
            <a:endParaRPr lang="en-US" sz="1050">
              <a:latin typeface="Garamond" panose="02020404030301010803" pitchFamily="18" charset="0"/>
            </a:endParaRPr>
          </a:p>
        </p:txBody>
      </p:sp>
      <p:sp>
        <p:nvSpPr>
          <p:cNvPr id="169" name="Rectangle : coins arrondis 168">
            <a:extLst>
              <a:ext uri="{FF2B5EF4-FFF2-40B4-BE49-F238E27FC236}">
                <a16:creationId xmlns:a16="http://schemas.microsoft.com/office/drawing/2014/main" id="{2C592A49-A27F-4FA4-29CA-FC451834B7FF}"/>
              </a:ext>
            </a:extLst>
          </p:cNvPr>
          <p:cNvSpPr/>
          <p:nvPr/>
        </p:nvSpPr>
        <p:spPr>
          <a:xfrm>
            <a:off x="6074131" y="547613"/>
            <a:ext cx="2923146" cy="3453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sz="1350">
              <a:latin typeface="Garamond" panose="02020404030301010803" pitchFamily="18" charset="0"/>
            </a:endParaRPr>
          </a:p>
        </p:txBody>
      </p:sp>
      <p:sp>
        <p:nvSpPr>
          <p:cNvPr id="100" name="Shape 70"/>
          <p:cNvSpPr/>
          <p:nvPr/>
        </p:nvSpPr>
        <p:spPr>
          <a:xfrm>
            <a:off x="6188660" y="635737"/>
            <a:ext cx="171450" cy="171450"/>
          </a:xfrm>
          <a:prstGeom prst="roundRect">
            <a:avLst>
              <a:gd name="adj" fmla="val 133333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sz="2400">
              <a:latin typeface="Garamond" panose="02020404030301010803" pitchFamily="18" charset="0"/>
            </a:endParaRPr>
          </a:p>
        </p:txBody>
      </p:sp>
      <p:pic>
        <p:nvPicPr>
          <p:cNvPr id="101" name="Image 28" descr="preencoded.png"/>
          <p:cNvPicPr>
            <a:picLocks noChangeAspect="1"/>
          </p:cNvPicPr>
          <p:nvPr/>
        </p:nvPicPr>
        <p:blipFill>
          <a:blip r:embed="rId31"/>
          <a:srcRect t="-21233" b="-21233"/>
          <a:stretch/>
        </p:blipFill>
        <p:spPr>
          <a:xfrm>
            <a:off x="6224320" y="650139"/>
            <a:ext cx="100127" cy="142646"/>
          </a:xfrm>
          <a:prstGeom prst="rect">
            <a:avLst/>
          </a:prstGeom>
        </p:spPr>
      </p:pic>
      <p:sp>
        <p:nvSpPr>
          <p:cNvPr id="102" name="Text 71"/>
          <p:cNvSpPr txBox="1"/>
          <p:nvPr/>
        </p:nvSpPr>
        <p:spPr>
          <a:xfrm>
            <a:off x="6445834" y="635737"/>
            <a:ext cx="174948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0">
                <a:solidFill>
                  <a:srgbClr val="1E293B"/>
                </a:solidFill>
                <a:latin typeface="Garamond"/>
                <a:ea typeface="Inter"/>
                <a:cs typeface="Inter" pitchFamily="34" charset="-120"/>
              </a:rPr>
              <a:t>MARKET &amp; MOATS</a:t>
            </a:r>
            <a:endParaRPr lang="en-US" sz="105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76AA51849ED748892A2842BB6F57A2" ma:contentTypeVersion="17" ma:contentTypeDescription="Crée un document." ma:contentTypeScope="" ma:versionID="fb89971ff8012c6117040606f6ed481b">
  <xsd:schema xmlns:xsd="http://www.w3.org/2001/XMLSchema" xmlns:xs="http://www.w3.org/2001/XMLSchema" xmlns:p="http://schemas.microsoft.com/office/2006/metadata/properties" xmlns:ns1="http://schemas.microsoft.com/sharepoint/v3" xmlns:ns2="4502a457-f796-48be-aa7b-0b342ce22411" xmlns:ns3="2b1ed673-f61f-4c8e-a97e-6b25a7ab17ed" targetNamespace="http://schemas.microsoft.com/office/2006/metadata/properties" ma:root="true" ma:fieldsID="ff4f1ad4c0c3daf31666c7dc9f633da0" ns1:_="" ns2:_="" ns3:_="">
    <xsd:import namespace="http://schemas.microsoft.com/sharepoint/v3"/>
    <xsd:import namespace="4502a457-f796-48be-aa7b-0b342ce22411"/>
    <xsd:import namespace="2b1ed673-f61f-4c8e-a97e-6b25a7ab17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2a457-f796-48be-aa7b-0b342ce22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2bbfa71a-d75e-4d15-90e8-ced09d00e4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ed673-f61f-4c8e-a97e-6b25a7ab17e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06fd4aa-86e5-48ae-9a34-e016c5fe5139}" ma:internalName="TaxCatchAll" ma:showField="CatchAllData" ma:web="2b1ed673-f61f-4c8e-a97e-6b25a7ab17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b1ed673-f61f-4c8e-a97e-6b25a7ab17ed" xsi:nil="true"/>
    <lcf76f155ced4ddcb4097134ff3c332f xmlns="4502a457-f796-48be-aa7b-0b342ce224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E39F23A-BB7A-499A-BE6F-951E41DEB8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218031-3C94-493E-9A44-776C5A3D1A27}">
  <ds:schemaRefs>
    <ds:schemaRef ds:uri="2b1ed673-f61f-4c8e-a97e-6b25a7ab17ed"/>
    <ds:schemaRef ds:uri="4502a457-f796-48be-aa7b-0b342ce2241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687B7C-5DB4-45C7-9863-3D11A3256096}">
  <ds:schemaRefs>
    <ds:schemaRef ds:uri="2b1ed673-f61f-4c8e-a97e-6b25a7ab17ed"/>
    <ds:schemaRef ds:uri="4502a457-f796-48be-aa7b-0b342ce2241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2026-02-02T17:31:09Z</dcterms:created>
  <dcterms:modified xsi:type="dcterms:W3CDTF">2026-03-16T16:25:41Z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Confidential C</vt:lpwstr>
  </property>
  <property fmtid="{D5CDD505-2E9C-101B-9397-08002B2CF9AE}" pid="4" name="ContentTypeId">
    <vt:lpwstr>0x010100C476AA51849ED748892A2842BB6F57A2</vt:lpwstr>
  </property>
  <property fmtid="{D5CDD505-2E9C-101B-9397-08002B2CF9AE}" pid="5" name="MediaServiceImageTags">
    <vt:lpwstr/>
  </property>
</Properties>
</file>